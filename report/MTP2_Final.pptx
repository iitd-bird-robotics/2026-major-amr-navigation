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Libre Franklin"/>
      <p:regular r:id="rId32"/>
      <p:bold r:id="rId33"/>
      <p:italic r:id="rId34"/>
      <p:boldItalic r:id="rId35"/>
    </p:embeddedFont>
    <p:embeddedFont>
      <p:font typeface="Libre Franklin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LibreFranklin-bold.fntdata"/><Relationship Id="rId10" Type="http://schemas.openxmlformats.org/officeDocument/2006/relationships/slide" Target="slides/slide5.xml"/><Relationship Id="rId32" Type="http://schemas.openxmlformats.org/officeDocument/2006/relationships/font" Target="fonts/LibreFranklin-regular.fntdata"/><Relationship Id="rId13" Type="http://schemas.openxmlformats.org/officeDocument/2006/relationships/slide" Target="slides/slide8.xml"/><Relationship Id="rId35" Type="http://schemas.openxmlformats.org/officeDocument/2006/relationships/font" Target="fonts/LibreFranklin-boldItalic.fntdata"/><Relationship Id="rId12" Type="http://schemas.openxmlformats.org/officeDocument/2006/relationships/slide" Target="slides/slide7.xml"/><Relationship Id="rId34" Type="http://schemas.openxmlformats.org/officeDocument/2006/relationships/font" Target="fonts/LibreFranklin-italic.fntdata"/><Relationship Id="rId15" Type="http://schemas.openxmlformats.org/officeDocument/2006/relationships/slide" Target="slides/slide10.xml"/><Relationship Id="rId37" Type="http://schemas.openxmlformats.org/officeDocument/2006/relationships/font" Target="fonts/LibreFranklinMedium-bold.fntdata"/><Relationship Id="rId14" Type="http://schemas.openxmlformats.org/officeDocument/2006/relationships/slide" Target="slides/slide9.xml"/><Relationship Id="rId36" Type="http://schemas.openxmlformats.org/officeDocument/2006/relationships/font" Target="fonts/LibreFranklinMedium-regular.fntdata"/><Relationship Id="rId17" Type="http://schemas.openxmlformats.org/officeDocument/2006/relationships/slide" Target="slides/slide12.xml"/><Relationship Id="rId39" Type="http://schemas.openxmlformats.org/officeDocument/2006/relationships/font" Target="fonts/LibreFranklinMedium-boldItalic.fntdata"/><Relationship Id="rId16" Type="http://schemas.openxmlformats.org/officeDocument/2006/relationships/slide" Target="slides/slide11.xml"/><Relationship Id="rId38" Type="http://schemas.openxmlformats.org/officeDocument/2006/relationships/font" Target="fonts/LibreFranklin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1pPr>
            <a:lvl2pPr indent="-228600" lvl="1" marL="9144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2pPr>
            <a:lvl3pPr indent="-228600" lvl="2" marL="13716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3pPr>
            <a:lvl4pPr indent="-228600" lvl="3" marL="18288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4pPr>
            <a:lvl5pPr indent="-228600" lvl="4" marL="22860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5pPr>
            <a:lvl6pPr indent="-228600" lvl="5" marL="27432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6pPr>
            <a:lvl7pPr indent="-228600" lvl="6" marL="32004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7pPr>
            <a:lvl8pPr indent="-228600" lvl="7" marL="36576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8pPr>
            <a:lvl9pPr indent="-228600" lvl="8" marL="411480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Libre Franklin Medium"/>
                <a:ea typeface="Libre Franklin Medium"/>
                <a:cs typeface="Libre Franklin Medium"/>
                <a:sym typeface="Libre Franklin Medium"/>
              </a:rPr>
              <a:t>‹#›</a:t>
            </a:fld>
            <a:endParaRPr b="0" i="0" sz="1200" u="none" cap="none" strike="noStrike">
              <a:solidFill>
                <a:schemeClr val="dk1"/>
              </a:solidFill>
              <a:latin typeface="Libre Franklin Medium"/>
              <a:ea typeface="Libre Franklin Medium"/>
              <a:cs typeface="Libre Franklin Medium"/>
              <a:sym typeface="Libre Franklin Medium"/>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fbd3664d5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bfbd3664d5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bfbd3664d5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fbd3664d5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bfbd3664d5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bfbd3664d5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42aa1639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c42aa1639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c42aa1639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87460e7a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c87460e7a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c87460e7a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87460e7a8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c87460e7a8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87460e7a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c87460e7a8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c87460e7a8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a4ff8ac5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da4ff8ac5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da4ff8ac5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87460e7a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c87460e7a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c87460e7a8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a4ff8ac5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da4ff8ac52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da4ff8ac52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a4ff8ac52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da4ff8ac52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a4ff8ac52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b6e24ed2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8b6e24ed28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8b6e24ed28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b6e24ed28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8b6e24ed28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38b6e24ed28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b6e24ed28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8b6e24ed28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38b6e24ed28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e8a7a961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de8a7a961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de8a7a961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97f27af8d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e97f27af8d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e97f27af8d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974429fa7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e974429fa7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e974429fa7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fbd3664d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fbd3664d5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bfbd3664d5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bfbd3664d5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bfbd3664d5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bfbd3664d5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c15b673d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bc15b673d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e43bd103dd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e43bd103d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974429fa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e974429fa7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3e974429fa7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6" name="Shape 16"/>
        <p:cNvGrpSpPr/>
        <p:nvPr/>
      </p:nvGrpSpPr>
      <p:grpSpPr>
        <a:xfrm>
          <a:off x="0" y="0"/>
          <a:ext cx="0" cy="0"/>
          <a:chOff x="0" y="0"/>
          <a:chExt cx="0" cy="0"/>
        </a:xfrm>
      </p:grpSpPr>
      <p:sp>
        <p:nvSpPr>
          <p:cNvPr id="17" name="Google Shape;17;p2"/>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 name="Shape 20"/>
        <p:cNvGrpSpPr/>
        <p:nvPr/>
      </p:nvGrpSpPr>
      <p:grpSpPr>
        <a:xfrm>
          <a:off x="0" y="0"/>
          <a:ext cx="0" cy="0"/>
          <a:chOff x="0" y="0"/>
          <a:chExt cx="0" cy="0"/>
        </a:xfrm>
      </p:grpSpPr>
      <p:sp>
        <p:nvSpPr>
          <p:cNvPr id="21" name="Google Shape;21;p3"/>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1066800" y="1828799"/>
            <a:ext cx="4800600"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rgbClr val="3F3F3F"/>
              </a:buClr>
              <a:buSzPts val="2400"/>
              <a:buNone/>
              <a:defRPr b="0" sz="2400" cap="none">
                <a:solidFill>
                  <a:srgbClr val="3F3F3F"/>
                </a:solidFill>
              </a:defRPr>
            </a:lvl1pPr>
            <a:lvl2pPr indent="-228600" lvl="1" marL="914400" algn="l">
              <a:lnSpc>
                <a:spcPct val="90000"/>
              </a:lnSpc>
              <a:spcBef>
                <a:spcPts val="600"/>
              </a:spcBef>
              <a:spcAft>
                <a:spcPts val="0"/>
              </a:spcAft>
              <a:buClr>
                <a:srgbClr val="3F3F3F"/>
              </a:buClr>
              <a:buSzPts val="2000"/>
              <a:buNone/>
              <a:defRPr b="1" sz="2000"/>
            </a:lvl2pPr>
            <a:lvl3pPr indent="-228600" lvl="2" marL="1371600" algn="l">
              <a:lnSpc>
                <a:spcPct val="90000"/>
              </a:lnSpc>
              <a:spcBef>
                <a:spcPts val="600"/>
              </a:spcBef>
              <a:spcAft>
                <a:spcPts val="0"/>
              </a:spcAft>
              <a:buClr>
                <a:srgbClr val="3F3F3F"/>
              </a:buClr>
              <a:buSzPts val="1800"/>
              <a:buNone/>
              <a:defRPr b="1" sz="1800"/>
            </a:lvl3pPr>
            <a:lvl4pPr indent="-228600" lvl="3" marL="1828800" algn="l">
              <a:lnSpc>
                <a:spcPct val="90000"/>
              </a:lnSpc>
              <a:spcBef>
                <a:spcPts val="600"/>
              </a:spcBef>
              <a:spcAft>
                <a:spcPts val="0"/>
              </a:spcAft>
              <a:buClr>
                <a:srgbClr val="3F3F3F"/>
              </a:buClr>
              <a:buSzPts val="1600"/>
              <a:buNone/>
              <a:defRPr b="1" sz="1600"/>
            </a:lvl4pPr>
            <a:lvl5pPr indent="-228600" lvl="4" marL="2286000" algn="l">
              <a:lnSpc>
                <a:spcPct val="90000"/>
              </a:lnSpc>
              <a:spcBef>
                <a:spcPts val="600"/>
              </a:spcBef>
              <a:spcAft>
                <a:spcPts val="0"/>
              </a:spcAft>
              <a:buClr>
                <a:srgbClr val="3F3F3F"/>
              </a:buClr>
              <a:buSzPts val="1600"/>
              <a:buNone/>
              <a:defRPr b="1" sz="1600"/>
            </a:lvl5pPr>
            <a:lvl6pPr indent="-228600" lvl="5" marL="2743200" algn="l">
              <a:lnSpc>
                <a:spcPct val="90000"/>
              </a:lnSpc>
              <a:spcBef>
                <a:spcPts val="400"/>
              </a:spcBef>
              <a:spcAft>
                <a:spcPts val="0"/>
              </a:spcAft>
              <a:buClr>
                <a:srgbClr val="3F3F3F"/>
              </a:buClr>
              <a:buSzPts val="1600"/>
              <a:buNone/>
              <a:defRPr b="1" sz="1600"/>
            </a:lvl6pPr>
            <a:lvl7pPr indent="-228600" lvl="6" marL="3200400" algn="l">
              <a:lnSpc>
                <a:spcPct val="90000"/>
              </a:lnSpc>
              <a:spcBef>
                <a:spcPts val="400"/>
              </a:spcBef>
              <a:spcAft>
                <a:spcPts val="0"/>
              </a:spcAft>
              <a:buClr>
                <a:srgbClr val="3F3F3F"/>
              </a:buClr>
              <a:buSzPts val="1600"/>
              <a:buNone/>
              <a:defRPr b="1" sz="1600"/>
            </a:lvl7pPr>
            <a:lvl8pPr indent="-228600" lvl="7" marL="3657600" algn="l">
              <a:lnSpc>
                <a:spcPct val="90000"/>
              </a:lnSpc>
              <a:spcBef>
                <a:spcPts val="400"/>
              </a:spcBef>
              <a:spcAft>
                <a:spcPts val="0"/>
              </a:spcAft>
              <a:buClr>
                <a:srgbClr val="3F3F3F"/>
              </a:buClr>
              <a:buSzPts val="1600"/>
              <a:buNone/>
              <a:defRPr b="1" sz="1600"/>
            </a:lvl8pPr>
            <a:lvl9pPr indent="-228600" lvl="8" marL="4114800" algn="l">
              <a:lnSpc>
                <a:spcPct val="90000"/>
              </a:lnSpc>
              <a:spcBef>
                <a:spcPts val="400"/>
              </a:spcBef>
              <a:spcAft>
                <a:spcPts val="0"/>
              </a:spcAft>
              <a:buClr>
                <a:srgbClr val="3F3F3F"/>
              </a:buClr>
              <a:buSzPts val="1600"/>
              <a:buNone/>
              <a:defRPr b="1" sz="1600"/>
            </a:lvl9pPr>
          </a:lstStyle>
          <a:p/>
        </p:txBody>
      </p:sp>
      <p:sp>
        <p:nvSpPr>
          <p:cNvPr id="23" name="Google Shape;23;p3"/>
          <p:cNvSpPr txBox="1"/>
          <p:nvPr>
            <p:ph idx="2" type="body"/>
          </p:nvPr>
        </p:nvSpPr>
        <p:spPr>
          <a:xfrm>
            <a:off x="1066800" y="2590799"/>
            <a:ext cx="4800600" cy="3810033"/>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rgbClr val="3F3F3F"/>
              </a:buClr>
              <a:buSzPts val="2400"/>
              <a:buChar char="▪"/>
              <a:defRPr sz="2400"/>
            </a:lvl1pPr>
            <a:lvl2pPr indent="-355600" lvl="1" marL="914400" algn="l">
              <a:lnSpc>
                <a:spcPct val="90000"/>
              </a:lnSpc>
              <a:spcBef>
                <a:spcPts val="600"/>
              </a:spcBef>
              <a:spcAft>
                <a:spcPts val="0"/>
              </a:spcAft>
              <a:buClr>
                <a:srgbClr val="3F3F3F"/>
              </a:buClr>
              <a:buSzPts val="2000"/>
              <a:buChar char="▪"/>
              <a:defRPr sz="2000"/>
            </a:lvl2pPr>
            <a:lvl3pPr indent="-342900" lvl="2" marL="1371600" algn="l">
              <a:lnSpc>
                <a:spcPct val="90000"/>
              </a:lnSpc>
              <a:spcBef>
                <a:spcPts val="600"/>
              </a:spcBef>
              <a:spcAft>
                <a:spcPts val="0"/>
              </a:spcAft>
              <a:buClr>
                <a:srgbClr val="3F3F3F"/>
              </a:buClr>
              <a:buSzPts val="1800"/>
              <a:buChar char="▪"/>
              <a:defRPr sz="1800"/>
            </a:lvl3pPr>
            <a:lvl4pPr indent="-330200" lvl="3" marL="1828800" algn="l">
              <a:lnSpc>
                <a:spcPct val="90000"/>
              </a:lnSpc>
              <a:spcBef>
                <a:spcPts val="600"/>
              </a:spcBef>
              <a:spcAft>
                <a:spcPts val="0"/>
              </a:spcAft>
              <a:buClr>
                <a:srgbClr val="3F3F3F"/>
              </a:buClr>
              <a:buSzPts val="1600"/>
              <a:buChar char="▪"/>
              <a:defRPr sz="1600"/>
            </a:lvl4pPr>
            <a:lvl5pPr indent="-330200" lvl="4" marL="2286000" algn="l">
              <a:lnSpc>
                <a:spcPct val="90000"/>
              </a:lnSpc>
              <a:spcBef>
                <a:spcPts val="600"/>
              </a:spcBef>
              <a:spcAft>
                <a:spcPts val="0"/>
              </a:spcAft>
              <a:buClr>
                <a:srgbClr val="3F3F3F"/>
              </a:buClr>
              <a:buSzPts val="1600"/>
              <a:buChar char="▪"/>
              <a:defRPr sz="1600"/>
            </a:lvl5pPr>
            <a:lvl6pPr indent="-330200" lvl="5" marL="2743200" algn="l">
              <a:lnSpc>
                <a:spcPct val="90000"/>
              </a:lnSpc>
              <a:spcBef>
                <a:spcPts val="400"/>
              </a:spcBef>
              <a:spcAft>
                <a:spcPts val="0"/>
              </a:spcAft>
              <a:buClr>
                <a:srgbClr val="3F3F3F"/>
              </a:buClr>
              <a:buSzPts val="1600"/>
              <a:buChar char="▪"/>
              <a:defRPr sz="1600"/>
            </a:lvl6pPr>
            <a:lvl7pPr indent="-330200" lvl="6" marL="3200400" algn="l">
              <a:lnSpc>
                <a:spcPct val="90000"/>
              </a:lnSpc>
              <a:spcBef>
                <a:spcPts val="400"/>
              </a:spcBef>
              <a:spcAft>
                <a:spcPts val="0"/>
              </a:spcAft>
              <a:buClr>
                <a:srgbClr val="3F3F3F"/>
              </a:buClr>
              <a:buSzPts val="1600"/>
              <a:buChar char="▪"/>
              <a:defRPr sz="1600"/>
            </a:lvl7pPr>
            <a:lvl8pPr indent="-330200" lvl="7" marL="3657600" algn="l">
              <a:lnSpc>
                <a:spcPct val="90000"/>
              </a:lnSpc>
              <a:spcBef>
                <a:spcPts val="400"/>
              </a:spcBef>
              <a:spcAft>
                <a:spcPts val="0"/>
              </a:spcAft>
              <a:buClr>
                <a:srgbClr val="3F3F3F"/>
              </a:buClr>
              <a:buSzPts val="1600"/>
              <a:buChar char="▪"/>
              <a:defRPr sz="1600"/>
            </a:lvl8pPr>
            <a:lvl9pPr indent="-330200" lvl="8" marL="4114800" algn="l">
              <a:lnSpc>
                <a:spcPct val="90000"/>
              </a:lnSpc>
              <a:spcBef>
                <a:spcPts val="400"/>
              </a:spcBef>
              <a:spcAft>
                <a:spcPts val="0"/>
              </a:spcAft>
              <a:buClr>
                <a:srgbClr val="3F3F3F"/>
              </a:buClr>
              <a:buSzPts val="1600"/>
              <a:buChar char="▪"/>
              <a:defRPr sz="1600"/>
            </a:lvl9pPr>
          </a:lstStyle>
          <a:p/>
        </p:txBody>
      </p:sp>
      <p:sp>
        <p:nvSpPr>
          <p:cNvPr id="24" name="Google Shape;24;p3"/>
          <p:cNvSpPr txBox="1"/>
          <p:nvPr>
            <p:ph idx="3" type="body"/>
          </p:nvPr>
        </p:nvSpPr>
        <p:spPr>
          <a:xfrm>
            <a:off x="6324600" y="1828799"/>
            <a:ext cx="4800600"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800"/>
              </a:spcBef>
              <a:spcAft>
                <a:spcPts val="0"/>
              </a:spcAft>
              <a:buClr>
                <a:srgbClr val="3F3F3F"/>
              </a:buClr>
              <a:buSzPts val="2400"/>
              <a:buNone/>
              <a:defRPr b="0" sz="2400" cap="none">
                <a:solidFill>
                  <a:srgbClr val="3F3F3F"/>
                </a:solidFill>
              </a:defRPr>
            </a:lvl1pPr>
            <a:lvl2pPr indent="-228600" lvl="1" marL="914400" algn="l">
              <a:lnSpc>
                <a:spcPct val="90000"/>
              </a:lnSpc>
              <a:spcBef>
                <a:spcPts val="600"/>
              </a:spcBef>
              <a:spcAft>
                <a:spcPts val="0"/>
              </a:spcAft>
              <a:buClr>
                <a:srgbClr val="3F3F3F"/>
              </a:buClr>
              <a:buSzPts val="2000"/>
              <a:buNone/>
              <a:defRPr b="1" sz="2000"/>
            </a:lvl2pPr>
            <a:lvl3pPr indent="-228600" lvl="2" marL="1371600" algn="l">
              <a:lnSpc>
                <a:spcPct val="90000"/>
              </a:lnSpc>
              <a:spcBef>
                <a:spcPts val="600"/>
              </a:spcBef>
              <a:spcAft>
                <a:spcPts val="0"/>
              </a:spcAft>
              <a:buClr>
                <a:srgbClr val="3F3F3F"/>
              </a:buClr>
              <a:buSzPts val="1800"/>
              <a:buNone/>
              <a:defRPr b="1" sz="1800"/>
            </a:lvl3pPr>
            <a:lvl4pPr indent="-228600" lvl="3" marL="1828800" algn="l">
              <a:lnSpc>
                <a:spcPct val="90000"/>
              </a:lnSpc>
              <a:spcBef>
                <a:spcPts val="600"/>
              </a:spcBef>
              <a:spcAft>
                <a:spcPts val="0"/>
              </a:spcAft>
              <a:buClr>
                <a:srgbClr val="3F3F3F"/>
              </a:buClr>
              <a:buSzPts val="1600"/>
              <a:buNone/>
              <a:defRPr b="1" sz="1600"/>
            </a:lvl4pPr>
            <a:lvl5pPr indent="-228600" lvl="4" marL="2286000" algn="l">
              <a:lnSpc>
                <a:spcPct val="90000"/>
              </a:lnSpc>
              <a:spcBef>
                <a:spcPts val="600"/>
              </a:spcBef>
              <a:spcAft>
                <a:spcPts val="0"/>
              </a:spcAft>
              <a:buClr>
                <a:srgbClr val="3F3F3F"/>
              </a:buClr>
              <a:buSzPts val="1600"/>
              <a:buNone/>
              <a:defRPr b="1" sz="1600"/>
            </a:lvl5pPr>
            <a:lvl6pPr indent="-228600" lvl="5" marL="2743200" algn="l">
              <a:lnSpc>
                <a:spcPct val="90000"/>
              </a:lnSpc>
              <a:spcBef>
                <a:spcPts val="400"/>
              </a:spcBef>
              <a:spcAft>
                <a:spcPts val="0"/>
              </a:spcAft>
              <a:buClr>
                <a:srgbClr val="3F3F3F"/>
              </a:buClr>
              <a:buSzPts val="1600"/>
              <a:buNone/>
              <a:defRPr b="1" sz="1600"/>
            </a:lvl6pPr>
            <a:lvl7pPr indent="-228600" lvl="6" marL="3200400" algn="l">
              <a:lnSpc>
                <a:spcPct val="90000"/>
              </a:lnSpc>
              <a:spcBef>
                <a:spcPts val="400"/>
              </a:spcBef>
              <a:spcAft>
                <a:spcPts val="0"/>
              </a:spcAft>
              <a:buClr>
                <a:srgbClr val="3F3F3F"/>
              </a:buClr>
              <a:buSzPts val="1600"/>
              <a:buNone/>
              <a:defRPr b="1" sz="1600"/>
            </a:lvl7pPr>
            <a:lvl8pPr indent="-228600" lvl="7" marL="3657600" algn="l">
              <a:lnSpc>
                <a:spcPct val="90000"/>
              </a:lnSpc>
              <a:spcBef>
                <a:spcPts val="400"/>
              </a:spcBef>
              <a:spcAft>
                <a:spcPts val="0"/>
              </a:spcAft>
              <a:buClr>
                <a:srgbClr val="3F3F3F"/>
              </a:buClr>
              <a:buSzPts val="1600"/>
              <a:buNone/>
              <a:defRPr b="1" sz="1600"/>
            </a:lvl8pPr>
            <a:lvl9pPr indent="-228600" lvl="8" marL="4114800" algn="l">
              <a:lnSpc>
                <a:spcPct val="90000"/>
              </a:lnSpc>
              <a:spcBef>
                <a:spcPts val="400"/>
              </a:spcBef>
              <a:spcAft>
                <a:spcPts val="0"/>
              </a:spcAft>
              <a:buClr>
                <a:srgbClr val="3F3F3F"/>
              </a:buClr>
              <a:buSzPts val="1600"/>
              <a:buNone/>
              <a:defRPr b="1" sz="1600"/>
            </a:lvl9pPr>
          </a:lstStyle>
          <a:p/>
        </p:txBody>
      </p:sp>
      <p:sp>
        <p:nvSpPr>
          <p:cNvPr id="25" name="Google Shape;25;p3"/>
          <p:cNvSpPr txBox="1"/>
          <p:nvPr>
            <p:ph idx="4" type="body"/>
          </p:nvPr>
        </p:nvSpPr>
        <p:spPr>
          <a:xfrm>
            <a:off x="6324600" y="2590799"/>
            <a:ext cx="4800600" cy="3810033"/>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rgbClr val="3F3F3F"/>
              </a:buClr>
              <a:buSzPts val="2400"/>
              <a:buChar char="▪"/>
              <a:defRPr sz="2400"/>
            </a:lvl1pPr>
            <a:lvl2pPr indent="-355600" lvl="1" marL="914400" algn="l">
              <a:lnSpc>
                <a:spcPct val="90000"/>
              </a:lnSpc>
              <a:spcBef>
                <a:spcPts val="600"/>
              </a:spcBef>
              <a:spcAft>
                <a:spcPts val="0"/>
              </a:spcAft>
              <a:buClr>
                <a:srgbClr val="3F3F3F"/>
              </a:buClr>
              <a:buSzPts val="2000"/>
              <a:buChar char="▪"/>
              <a:defRPr sz="2000"/>
            </a:lvl2pPr>
            <a:lvl3pPr indent="-342900" lvl="2" marL="1371600" algn="l">
              <a:lnSpc>
                <a:spcPct val="90000"/>
              </a:lnSpc>
              <a:spcBef>
                <a:spcPts val="600"/>
              </a:spcBef>
              <a:spcAft>
                <a:spcPts val="0"/>
              </a:spcAft>
              <a:buClr>
                <a:srgbClr val="3F3F3F"/>
              </a:buClr>
              <a:buSzPts val="1800"/>
              <a:buChar char="▪"/>
              <a:defRPr sz="1800"/>
            </a:lvl3pPr>
            <a:lvl4pPr indent="-330200" lvl="3" marL="1828800" algn="l">
              <a:lnSpc>
                <a:spcPct val="90000"/>
              </a:lnSpc>
              <a:spcBef>
                <a:spcPts val="600"/>
              </a:spcBef>
              <a:spcAft>
                <a:spcPts val="0"/>
              </a:spcAft>
              <a:buClr>
                <a:srgbClr val="3F3F3F"/>
              </a:buClr>
              <a:buSzPts val="1600"/>
              <a:buChar char="▪"/>
              <a:defRPr sz="1600"/>
            </a:lvl4pPr>
            <a:lvl5pPr indent="-330200" lvl="4" marL="2286000" algn="l">
              <a:lnSpc>
                <a:spcPct val="90000"/>
              </a:lnSpc>
              <a:spcBef>
                <a:spcPts val="600"/>
              </a:spcBef>
              <a:spcAft>
                <a:spcPts val="0"/>
              </a:spcAft>
              <a:buClr>
                <a:srgbClr val="3F3F3F"/>
              </a:buClr>
              <a:buSzPts val="1600"/>
              <a:buChar char="▪"/>
              <a:defRPr sz="1600"/>
            </a:lvl5pPr>
            <a:lvl6pPr indent="-330200" lvl="5" marL="2743200" algn="l">
              <a:lnSpc>
                <a:spcPct val="90000"/>
              </a:lnSpc>
              <a:spcBef>
                <a:spcPts val="400"/>
              </a:spcBef>
              <a:spcAft>
                <a:spcPts val="0"/>
              </a:spcAft>
              <a:buClr>
                <a:srgbClr val="3F3F3F"/>
              </a:buClr>
              <a:buSzPts val="1600"/>
              <a:buChar char="▪"/>
              <a:defRPr sz="1600"/>
            </a:lvl6pPr>
            <a:lvl7pPr indent="-330200" lvl="6" marL="3200400" algn="l">
              <a:lnSpc>
                <a:spcPct val="90000"/>
              </a:lnSpc>
              <a:spcBef>
                <a:spcPts val="400"/>
              </a:spcBef>
              <a:spcAft>
                <a:spcPts val="0"/>
              </a:spcAft>
              <a:buClr>
                <a:srgbClr val="3F3F3F"/>
              </a:buClr>
              <a:buSzPts val="1600"/>
              <a:buChar char="▪"/>
              <a:defRPr sz="1600"/>
            </a:lvl7pPr>
            <a:lvl8pPr indent="-330200" lvl="7" marL="3657600" algn="l">
              <a:lnSpc>
                <a:spcPct val="90000"/>
              </a:lnSpc>
              <a:spcBef>
                <a:spcPts val="400"/>
              </a:spcBef>
              <a:spcAft>
                <a:spcPts val="0"/>
              </a:spcAft>
              <a:buClr>
                <a:srgbClr val="3F3F3F"/>
              </a:buClr>
              <a:buSzPts val="1600"/>
              <a:buChar char="▪"/>
              <a:defRPr sz="1600"/>
            </a:lvl8pPr>
            <a:lvl9pPr indent="-330200" lvl="8" marL="4114800" algn="l">
              <a:lnSpc>
                <a:spcPct val="90000"/>
              </a:lnSpc>
              <a:spcBef>
                <a:spcPts val="400"/>
              </a:spcBef>
              <a:spcAft>
                <a:spcPts val="0"/>
              </a:spcAft>
              <a:buClr>
                <a:srgbClr val="3F3F3F"/>
              </a:buClr>
              <a:buSzPts val="1600"/>
              <a:buChar char="▪"/>
              <a:defRPr sz="1600"/>
            </a:lvl9pPr>
          </a:lstStyle>
          <a:p/>
        </p:txBody>
      </p:sp>
      <p:sp>
        <p:nvSpPr>
          <p:cNvPr id="26" name="Google Shape;26;p3"/>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D9D9D9"/>
            </a:gs>
            <a:gs pos="100000">
              <a:schemeClr val="lt1"/>
            </a:gs>
          </a:gsLst>
          <a:lin ang="8100000" scaled="0"/>
        </a:gradFill>
      </p:bgPr>
    </p:bg>
    <p:spTree>
      <p:nvGrpSpPr>
        <p:cNvPr id="29" name="Shape 29"/>
        <p:cNvGrpSpPr/>
        <p:nvPr/>
      </p:nvGrpSpPr>
      <p:grpSpPr>
        <a:xfrm>
          <a:off x="0" y="0"/>
          <a:ext cx="0" cy="0"/>
          <a:chOff x="0" y="0"/>
          <a:chExt cx="0" cy="0"/>
        </a:xfrm>
      </p:grpSpPr>
      <p:sp>
        <p:nvSpPr>
          <p:cNvPr id="30" name="Google Shape;30;p4"/>
          <p:cNvSpPr txBox="1"/>
          <p:nvPr>
            <p:ph type="ctrTitle"/>
          </p:nvPr>
        </p:nvSpPr>
        <p:spPr>
          <a:xfrm>
            <a:off x="626225" y="1828800"/>
            <a:ext cx="4098175" cy="317738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accent1"/>
              </a:buClr>
              <a:buSzPts val="5400"/>
              <a:buFont typeface="Libre Franklin Medium"/>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626225" y="5181600"/>
            <a:ext cx="4098175"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Clr>
                <a:srgbClr val="7F7F7F"/>
              </a:buClr>
              <a:buSzPts val="2000"/>
              <a:buNone/>
              <a:defRPr sz="2000" cap="none">
                <a:solidFill>
                  <a:srgbClr val="7F7F7F"/>
                </a:solidFill>
              </a:defRPr>
            </a:lvl1pPr>
            <a:lvl2pPr lvl="1" algn="ctr">
              <a:lnSpc>
                <a:spcPct val="90000"/>
              </a:lnSpc>
              <a:spcBef>
                <a:spcPts val="600"/>
              </a:spcBef>
              <a:spcAft>
                <a:spcPts val="0"/>
              </a:spcAft>
              <a:buClr>
                <a:srgbClr val="3F3F3F"/>
              </a:buClr>
              <a:buSzPts val="2000"/>
              <a:buNone/>
              <a:defRPr sz="2000"/>
            </a:lvl2pPr>
            <a:lvl3pPr lvl="2" algn="ctr">
              <a:lnSpc>
                <a:spcPct val="90000"/>
              </a:lnSpc>
              <a:spcBef>
                <a:spcPts val="600"/>
              </a:spcBef>
              <a:spcAft>
                <a:spcPts val="0"/>
              </a:spcAft>
              <a:buClr>
                <a:srgbClr val="3F3F3F"/>
              </a:buClr>
              <a:buSzPts val="1800"/>
              <a:buNone/>
              <a:defRPr sz="1800"/>
            </a:lvl3pPr>
            <a:lvl4pPr lvl="3" algn="ctr">
              <a:lnSpc>
                <a:spcPct val="90000"/>
              </a:lnSpc>
              <a:spcBef>
                <a:spcPts val="600"/>
              </a:spcBef>
              <a:spcAft>
                <a:spcPts val="0"/>
              </a:spcAft>
              <a:buClr>
                <a:srgbClr val="3F3F3F"/>
              </a:buClr>
              <a:buSzPts val="1600"/>
              <a:buNone/>
              <a:defRPr sz="1600"/>
            </a:lvl4pPr>
            <a:lvl5pPr lvl="4" algn="ctr">
              <a:lnSpc>
                <a:spcPct val="90000"/>
              </a:lnSpc>
              <a:spcBef>
                <a:spcPts val="600"/>
              </a:spcBef>
              <a:spcAft>
                <a:spcPts val="0"/>
              </a:spcAft>
              <a:buClr>
                <a:srgbClr val="3F3F3F"/>
              </a:buClr>
              <a:buSzPts val="1600"/>
              <a:buNone/>
              <a:defRPr sz="1600"/>
            </a:lvl5pPr>
            <a:lvl6pPr lvl="5" algn="ctr">
              <a:lnSpc>
                <a:spcPct val="90000"/>
              </a:lnSpc>
              <a:spcBef>
                <a:spcPts val="400"/>
              </a:spcBef>
              <a:spcAft>
                <a:spcPts val="0"/>
              </a:spcAft>
              <a:buClr>
                <a:srgbClr val="3F3F3F"/>
              </a:buClr>
              <a:buSzPts val="1600"/>
              <a:buNone/>
              <a:defRPr sz="1600"/>
            </a:lvl6pPr>
            <a:lvl7pPr lvl="6" algn="ctr">
              <a:lnSpc>
                <a:spcPct val="90000"/>
              </a:lnSpc>
              <a:spcBef>
                <a:spcPts val="400"/>
              </a:spcBef>
              <a:spcAft>
                <a:spcPts val="0"/>
              </a:spcAft>
              <a:buClr>
                <a:srgbClr val="3F3F3F"/>
              </a:buClr>
              <a:buSzPts val="1600"/>
              <a:buNone/>
              <a:defRPr sz="1600"/>
            </a:lvl7pPr>
            <a:lvl8pPr lvl="7" algn="ctr">
              <a:lnSpc>
                <a:spcPct val="90000"/>
              </a:lnSpc>
              <a:spcBef>
                <a:spcPts val="400"/>
              </a:spcBef>
              <a:spcAft>
                <a:spcPts val="0"/>
              </a:spcAft>
              <a:buClr>
                <a:srgbClr val="3F3F3F"/>
              </a:buClr>
              <a:buSzPts val="1600"/>
              <a:buNone/>
              <a:defRPr sz="1600"/>
            </a:lvl8pPr>
            <a:lvl9pPr lvl="8" algn="ctr">
              <a:lnSpc>
                <a:spcPct val="90000"/>
              </a:lnSpc>
              <a:spcBef>
                <a:spcPts val="400"/>
              </a:spcBef>
              <a:spcAft>
                <a:spcPts val="0"/>
              </a:spcAft>
              <a:buClr>
                <a:srgbClr val="3F3F3F"/>
              </a:buClr>
              <a:buSzPts val="1600"/>
              <a:buNone/>
              <a:defRPr sz="1600"/>
            </a:lvl9pPr>
          </a:lstStyle>
          <a:p/>
        </p:txBody>
      </p:sp>
      <p:pic>
        <p:nvPicPr>
          <p:cNvPr descr="EKG line" id="32" name="Google Shape;32;p4"/>
          <p:cNvPicPr preferRelativeResize="0"/>
          <p:nvPr/>
        </p:nvPicPr>
        <p:blipFill rotWithShape="1">
          <a:blip r:embed="rId2">
            <a:alphaModFix/>
          </a:blip>
          <a:srcRect b="0" l="0" r="0" t="0"/>
          <a:stretch/>
        </p:blipFill>
        <p:spPr>
          <a:xfrm>
            <a:off x="5188688" y="-1"/>
            <a:ext cx="7000137" cy="68580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1524000" y="1828799"/>
            <a:ext cx="9144000" cy="45720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rgbClr val="3F3F3F"/>
              </a:buClr>
              <a:buSzPts val="1800"/>
              <a:buChar char="▪"/>
              <a:defRPr/>
            </a:lvl1pPr>
            <a:lvl2pPr indent="-342900" lvl="1" marL="914400" algn="l">
              <a:lnSpc>
                <a:spcPct val="90000"/>
              </a:lnSpc>
              <a:spcBef>
                <a:spcPts val="600"/>
              </a:spcBef>
              <a:spcAft>
                <a:spcPts val="0"/>
              </a:spcAft>
              <a:buClr>
                <a:srgbClr val="3F3F3F"/>
              </a:buClr>
              <a:buSzPts val="1800"/>
              <a:buChar char="▪"/>
              <a:defRPr/>
            </a:lvl2pPr>
            <a:lvl3pPr indent="-342900" lvl="2" marL="1371600" algn="l">
              <a:lnSpc>
                <a:spcPct val="90000"/>
              </a:lnSpc>
              <a:spcBef>
                <a:spcPts val="600"/>
              </a:spcBef>
              <a:spcAft>
                <a:spcPts val="0"/>
              </a:spcAft>
              <a:buClr>
                <a:srgbClr val="3F3F3F"/>
              </a:buClr>
              <a:buSzPts val="1800"/>
              <a:buChar char="▪"/>
              <a:defRPr/>
            </a:lvl3pPr>
            <a:lvl4pPr indent="-342900" lvl="3" marL="1828800" algn="l">
              <a:lnSpc>
                <a:spcPct val="90000"/>
              </a:lnSpc>
              <a:spcBef>
                <a:spcPts val="600"/>
              </a:spcBef>
              <a:spcAft>
                <a:spcPts val="0"/>
              </a:spcAft>
              <a:buClr>
                <a:srgbClr val="3F3F3F"/>
              </a:buClr>
              <a:buSzPts val="1800"/>
              <a:buChar char="▪"/>
              <a:defRPr/>
            </a:lvl4pPr>
            <a:lvl5pPr indent="-330200" lvl="4" marL="2286000" algn="l">
              <a:lnSpc>
                <a:spcPct val="90000"/>
              </a:lnSpc>
              <a:spcBef>
                <a:spcPts val="600"/>
              </a:spcBef>
              <a:spcAft>
                <a:spcPts val="0"/>
              </a:spcAft>
              <a:buClr>
                <a:srgbClr val="3F3F3F"/>
              </a:buClr>
              <a:buSzPts val="1600"/>
              <a:buChar char="▪"/>
              <a:defRPr/>
            </a:lvl5pPr>
            <a:lvl6pPr indent="-342900" lvl="5" marL="2743200" algn="l">
              <a:lnSpc>
                <a:spcPct val="90000"/>
              </a:lnSpc>
              <a:spcBef>
                <a:spcPts val="400"/>
              </a:spcBef>
              <a:spcAft>
                <a:spcPts val="0"/>
              </a:spcAft>
              <a:buClr>
                <a:srgbClr val="3F3F3F"/>
              </a:buClr>
              <a:buSzPts val="1800"/>
              <a:buChar char="▪"/>
              <a:defRPr/>
            </a:lvl6pPr>
            <a:lvl7pPr indent="-342900" lvl="6" marL="3200400" algn="l">
              <a:lnSpc>
                <a:spcPct val="90000"/>
              </a:lnSpc>
              <a:spcBef>
                <a:spcPts val="400"/>
              </a:spcBef>
              <a:spcAft>
                <a:spcPts val="0"/>
              </a:spcAft>
              <a:buClr>
                <a:srgbClr val="3F3F3F"/>
              </a:buClr>
              <a:buSzPts val="1800"/>
              <a:buChar char="▪"/>
              <a:defRPr/>
            </a:lvl7pPr>
            <a:lvl8pPr indent="-342900" lvl="7" marL="3657600" algn="l">
              <a:lnSpc>
                <a:spcPct val="90000"/>
              </a:lnSpc>
              <a:spcBef>
                <a:spcPts val="400"/>
              </a:spcBef>
              <a:spcAft>
                <a:spcPts val="0"/>
              </a:spcAft>
              <a:buClr>
                <a:srgbClr val="3F3F3F"/>
              </a:buClr>
              <a:buSzPts val="1800"/>
              <a:buChar char="▪"/>
              <a:defRPr/>
            </a:lvl8pPr>
            <a:lvl9pPr indent="-342900" lvl="8" marL="4114800" algn="l">
              <a:lnSpc>
                <a:spcPct val="90000"/>
              </a:lnSpc>
              <a:spcBef>
                <a:spcPts val="400"/>
              </a:spcBef>
              <a:spcAft>
                <a:spcPts val="0"/>
              </a:spcAft>
              <a:buClr>
                <a:srgbClr val="3F3F3F"/>
              </a:buClr>
              <a:buSzPts val="1800"/>
              <a:buChar char="▪"/>
              <a:defRPr/>
            </a:lvl9pPr>
          </a:lstStyle>
          <a:p/>
        </p:txBody>
      </p:sp>
      <p:sp>
        <p:nvSpPr>
          <p:cNvPr id="36" name="Google Shape;36;p5"/>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gradFill>
          <a:gsLst>
            <a:gs pos="0">
              <a:schemeClr val="accent1"/>
            </a:gs>
            <a:gs pos="100000">
              <a:srgbClr val="8A2123"/>
            </a:gs>
          </a:gsLst>
          <a:lin ang="5400000" scaled="0"/>
        </a:gradFill>
      </p:bgPr>
    </p:bg>
    <p:spTree>
      <p:nvGrpSpPr>
        <p:cNvPr id="39" name="Shape 39"/>
        <p:cNvGrpSpPr/>
        <p:nvPr/>
      </p:nvGrpSpPr>
      <p:grpSpPr>
        <a:xfrm>
          <a:off x="0" y="0"/>
          <a:ext cx="0" cy="0"/>
          <a:chOff x="0" y="0"/>
          <a:chExt cx="0" cy="0"/>
        </a:xfrm>
      </p:grpSpPr>
      <p:sp>
        <p:nvSpPr>
          <p:cNvPr descr="Rectangle" id="40" name="Google Shape;40;p6"/>
          <p:cNvSpPr/>
          <p:nvPr/>
        </p:nvSpPr>
        <p:spPr>
          <a:xfrm>
            <a:off x="265112" y="228600"/>
            <a:ext cx="11658600" cy="6400800"/>
          </a:xfrm>
          <a:prstGeom prst="rect">
            <a:avLst/>
          </a:prstGeom>
          <a:noFill/>
          <a:ln cap="flat" cmpd="sng" w="158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41" name="Google Shape;41;p6"/>
          <p:cNvSpPr txBox="1"/>
          <p:nvPr>
            <p:ph type="title"/>
          </p:nvPr>
        </p:nvSpPr>
        <p:spPr>
          <a:xfrm>
            <a:off x="1066800" y="1828800"/>
            <a:ext cx="7772400" cy="317738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5400"/>
              <a:buFont typeface="Libre Franklin Medium"/>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1066800" y="5181600"/>
            <a:ext cx="7772400" cy="685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lt1"/>
              </a:buClr>
              <a:buSzPts val="2000"/>
              <a:buNone/>
              <a:defRPr sz="2000" cap="none">
                <a:solidFill>
                  <a:schemeClr val="lt1"/>
                </a:solidFill>
              </a:defRPr>
            </a:lvl1pPr>
            <a:lvl2pPr indent="-228600" lvl="1" marL="914400" algn="l">
              <a:lnSpc>
                <a:spcPct val="90000"/>
              </a:lnSpc>
              <a:spcBef>
                <a:spcPts val="600"/>
              </a:spcBef>
              <a:spcAft>
                <a:spcPts val="0"/>
              </a:spcAft>
              <a:buClr>
                <a:srgbClr val="3F3F3F"/>
              </a:buClr>
              <a:buSzPts val="2000"/>
              <a:buNone/>
              <a:defRPr sz="2000"/>
            </a:lvl2pPr>
            <a:lvl3pPr indent="-228600" lvl="2" marL="1371600" algn="l">
              <a:lnSpc>
                <a:spcPct val="90000"/>
              </a:lnSpc>
              <a:spcBef>
                <a:spcPts val="600"/>
              </a:spcBef>
              <a:spcAft>
                <a:spcPts val="0"/>
              </a:spcAft>
              <a:buClr>
                <a:srgbClr val="3F3F3F"/>
              </a:buClr>
              <a:buSzPts val="1800"/>
              <a:buNone/>
              <a:defRPr sz="1800"/>
            </a:lvl3pPr>
            <a:lvl4pPr indent="-228600" lvl="3" marL="1828800" algn="l">
              <a:lnSpc>
                <a:spcPct val="90000"/>
              </a:lnSpc>
              <a:spcBef>
                <a:spcPts val="600"/>
              </a:spcBef>
              <a:spcAft>
                <a:spcPts val="0"/>
              </a:spcAft>
              <a:buClr>
                <a:srgbClr val="3F3F3F"/>
              </a:buClr>
              <a:buSzPts val="1600"/>
              <a:buNone/>
              <a:defRPr sz="1600"/>
            </a:lvl4pPr>
            <a:lvl5pPr indent="-228600" lvl="4" marL="2286000" algn="l">
              <a:lnSpc>
                <a:spcPct val="90000"/>
              </a:lnSpc>
              <a:spcBef>
                <a:spcPts val="600"/>
              </a:spcBef>
              <a:spcAft>
                <a:spcPts val="0"/>
              </a:spcAft>
              <a:buClr>
                <a:srgbClr val="3F3F3F"/>
              </a:buClr>
              <a:buSzPts val="1600"/>
              <a:buNone/>
              <a:defRPr sz="1600"/>
            </a:lvl5pPr>
            <a:lvl6pPr indent="-228600" lvl="5" marL="2743200" algn="l">
              <a:lnSpc>
                <a:spcPct val="90000"/>
              </a:lnSpc>
              <a:spcBef>
                <a:spcPts val="400"/>
              </a:spcBef>
              <a:spcAft>
                <a:spcPts val="0"/>
              </a:spcAft>
              <a:buClr>
                <a:srgbClr val="3F3F3F"/>
              </a:buClr>
              <a:buSzPts val="1600"/>
              <a:buNone/>
              <a:defRPr sz="1600"/>
            </a:lvl6pPr>
            <a:lvl7pPr indent="-228600" lvl="6" marL="3200400" algn="l">
              <a:lnSpc>
                <a:spcPct val="90000"/>
              </a:lnSpc>
              <a:spcBef>
                <a:spcPts val="400"/>
              </a:spcBef>
              <a:spcAft>
                <a:spcPts val="0"/>
              </a:spcAft>
              <a:buClr>
                <a:srgbClr val="3F3F3F"/>
              </a:buClr>
              <a:buSzPts val="1600"/>
              <a:buNone/>
              <a:defRPr sz="1600"/>
            </a:lvl7pPr>
            <a:lvl8pPr indent="-228600" lvl="7" marL="3657600" algn="l">
              <a:lnSpc>
                <a:spcPct val="90000"/>
              </a:lnSpc>
              <a:spcBef>
                <a:spcPts val="400"/>
              </a:spcBef>
              <a:spcAft>
                <a:spcPts val="0"/>
              </a:spcAft>
              <a:buClr>
                <a:srgbClr val="3F3F3F"/>
              </a:buClr>
              <a:buSzPts val="1600"/>
              <a:buNone/>
              <a:defRPr sz="1600"/>
            </a:lvl8pPr>
            <a:lvl9pPr indent="-228600" lvl="8" marL="4114800" algn="l">
              <a:lnSpc>
                <a:spcPct val="90000"/>
              </a:lnSpc>
              <a:spcBef>
                <a:spcPts val="400"/>
              </a:spcBef>
              <a:spcAft>
                <a:spcPts val="0"/>
              </a:spcAft>
              <a:buClr>
                <a:srgbClr val="3F3F3F"/>
              </a:buClr>
              <a:buSzPts val="1600"/>
              <a:buNone/>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1066800" y="1825624"/>
            <a:ext cx="4800600" cy="457517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rgbClr val="3F3F3F"/>
              </a:buClr>
              <a:buSzPts val="2400"/>
              <a:buChar char="▪"/>
              <a:defRPr sz="2400"/>
            </a:lvl1pPr>
            <a:lvl2pPr indent="-355600" lvl="1" marL="914400" algn="l">
              <a:lnSpc>
                <a:spcPct val="90000"/>
              </a:lnSpc>
              <a:spcBef>
                <a:spcPts val="600"/>
              </a:spcBef>
              <a:spcAft>
                <a:spcPts val="0"/>
              </a:spcAft>
              <a:buClr>
                <a:srgbClr val="3F3F3F"/>
              </a:buClr>
              <a:buSzPts val="2000"/>
              <a:buChar char="▪"/>
              <a:defRPr sz="2000"/>
            </a:lvl2pPr>
            <a:lvl3pPr indent="-342900" lvl="2" marL="1371600" algn="l">
              <a:lnSpc>
                <a:spcPct val="90000"/>
              </a:lnSpc>
              <a:spcBef>
                <a:spcPts val="600"/>
              </a:spcBef>
              <a:spcAft>
                <a:spcPts val="0"/>
              </a:spcAft>
              <a:buClr>
                <a:srgbClr val="3F3F3F"/>
              </a:buClr>
              <a:buSzPts val="1800"/>
              <a:buChar char="▪"/>
              <a:defRPr sz="1800"/>
            </a:lvl3pPr>
            <a:lvl4pPr indent="-330200" lvl="3" marL="1828800" algn="l">
              <a:lnSpc>
                <a:spcPct val="90000"/>
              </a:lnSpc>
              <a:spcBef>
                <a:spcPts val="600"/>
              </a:spcBef>
              <a:spcAft>
                <a:spcPts val="0"/>
              </a:spcAft>
              <a:buClr>
                <a:srgbClr val="3F3F3F"/>
              </a:buClr>
              <a:buSzPts val="1600"/>
              <a:buChar char="▪"/>
              <a:defRPr sz="1600"/>
            </a:lvl4pPr>
            <a:lvl5pPr indent="-330200" lvl="4" marL="2286000" algn="l">
              <a:lnSpc>
                <a:spcPct val="90000"/>
              </a:lnSpc>
              <a:spcBef>
                <a:spcPts val="600"/>
              </a:spcBef>
              <a:spcAft>
                <a:spcPts val="0"/>
              </a:spcAft>
              <a:buClr>
                <a:srgbClr val="3F3F3F"/>
              </a:buClr>
              <a:buSzPts val="1600"/>
              <a:buChar char="▪"/>
              <a:defRPr sz="1600"/>
            </a:lvl5pPr>
            <a:lvl6pPr indent="-330200" lvl="5" marL="2743200" algn="l">
              <a:lnSpc>
                <a:spcPct val="90000"/>
              </a:lnSpc>
              <a:spcBef>
                <a:spcPts val="400"/>
              </a:spcBef>
              <a:spcAft>
                <a:spcPts val="0"/>
              </a:spcAft>
              <a:buClr>
                <a:srgbClr val="3F3F3F"/>
              </a:buClr>
              <a:buSzPts val="1600"/>
              <a:buChar char="▪"/>
              <a:defRPr sz="1600"/>
            </a:lvl6pPr>
            <a:lvl7pPr indent="-330200" lvl="6" marL="3200400" algn="l">
              <a:lnSpc>
                <a:spcPct val="90000"/>
              </a:lnSpc>
              <a:spcBef>
                <a:spcPts val="400"/>
              </a:spcBef>
              <a:spcAft>
                <a:spcPts val="0"/>
              </a:spcAft>
              <a:buClr>
                <a:srgbClr val="3F3F3F"/>
              </a:buClr>
              <a:buSzPts val="1600"/>
              <a:buChar char="▪"/>
              <a:defRPr sz="1600"/>
            </a:lvl7pPr>
            <a:lvl8pPr indent="-330200" lvl="7" marL="3657600" algn="l">
              <a:lnSpc>
                <a:spcPct val="90000"/>
              </a:lnSpc>
              <a:spcBef>
                <a:spcPts val="400"/>
              </a:spcBef>
              <a:spcAft>
                <a:spcPts val="0"/>
              </a:spcAft>
              <a:buClr>
                <a:srgbClr val="3F3F3F"/>
              </a:buClr>
              <a:buSzPts val="1600"/>
              <a:buChar char="▪"/>
              <a:defRPr sz="1600"/>
            </a:lvl8pPr>
            <a:lvl9pPr indent="-330200" lvl="8" marL="4114800" algn="l">
              <a:lnSpc>
                <a:spcPct val="90000"/>
              </a:lnSpc>
              <a:spcBef>
                <a:spcPts val="400"/>
              </a:spcBef>
              <a:spcAft>
                <a:spcPts val="0"/>
              </a:spcAft>
              <a:buClr>
                <a:srgbClr val="3F3F3F"/>
              </a:buClr>
              <a:buSzPts val="1600"/>
              <a:buChar char="▪"/>
              <a:defRPr sz="1600"/>
            </a:lvl9pPr>
          </a:lstStyle>
          <a:p/>
        </p:txBody>
      </p:sp>
      <p:sp>
        <p:nvSpPr>
          <p:cNvPr id="46" name="Google Shape;46;p7"/>
          <p:cNvSpPr txBox="1"/>
          <p:nvPr>
            <p:ph idx="2" type="body"/>
          </p:nvPr>
        </p:nvSpPr>
        <p:spPr>
          <a:xfrm>
            <a:off x="6324600" y="1825624"/>
            <a:ext cx="4800600" cy="457517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rgbClr val="3F3F3F"/>
              </a:buClr>
              <a:buSzPts val="2400"/>
              <a:buChar char="▪"/>
              <a:defRPr sz="2400"/>
            </a:lvl1pPr>
            <a:lvl2pPr indent="-355600" lvl="1" marL="914400" algn="l">
              <a:lnSpc>
                <a:spcPct val="90000"/>
              </a:lnSpc>
              <a:spcBef>
                <a:spcPts val="600"/>
              </a:spcBef>
              <a:spcAft>
                <a:spcPts val="0"/>
              </a:spcAft>
              <a:buClr>
                <a:srgbClr val="3F3F3F"/>
              </a:buClr>
              <a:buSzPts val="2000"/>
              <a:buChar char="▪"/>
              <a:defRPr sz="2000"/>
            </a:lvl2pPr>
            <a:lvl3pPr indent="-342900" lvl="2" marL="1371600" algn="l">
              <a:lnSpc>
                <a:spcPct val="90000"/>
              </a:lnSpc>
              <a:spcBef>
                <a:spcPts val="600"/>
              </a:spcBef>
              <a:spcAft>
                <a:spcPts val="0"/>
              </a:spcAft>
              <a:buClr>
                <a:srgbClr val="3F3F3F"/>
              </a:buClr>
              <a:buSzPts val="1800"/>
              <a:buChar char="▪"/>
              <a:defRPr sz="1800"/>
            </a:lvl3pPr>
            <a:lvl4pPr indent="-330200" lvl="3" marL="1828800" algn="l">
              <a:lnSpc>
                <a:spcPct val="90000"/>
              </a:lnSpc>
              <a:spcBef>
                <a:spcPts val="600"/>
              </a:spcBef>
              <a:spcAft>
                <a:spcPts val="0"/>
              </a:spcAft>
              <a:buClr>
                <a:srgbClr val="3F3F3F"/>
              </a:buClr>
              <a:buSzPts val="1600"/>
              <a:buChar char="▪"/>
              <a:defRPr sz="1600"/>
            </a:lvl4pPr>
            <a:lvl5pPr indent="-330200" lvl="4" marL="2286000" algn="l">
              <a:lnSpc>
                <a:spcPct val="90000"/>
              </a:lnSpc>
              <a:spcBef>
                <a:spcPts val="600"/>
              </a:spcBef>
              <a:spcAft>
                <a:spcPts val="0"/>
              </a:spcAft>
              <a:buClr>
                <a:srgbClr val="3F3F3F"/>
              </a:buClr>
              <a:buSzPts val="1600"/>
              <a:buChar char="▪"/>
              <a:defRPr sz="1600"/>
            </a:lvl5pPr>
            <a:lvl6pPr indent="-330200" lvl="5" marL="2743200" algn="l">
              <a:lnSpc>
                <a:spcPct val="90000"/>
              </a:lnSpc>
              <a:spcBef>
                <a:spcPts val="400"/>
              </a:spcBef>
              <a:spcAft>
                <a:spcPts val="0"/>
              </a:spcAft>
              <a:buClr>
                <a:srgbClr val="3F3F3F"/>
              </a:buClr>
              <a:buSzPts val="1600"/>
              <a:buChar char="▪"/>
              <a:defRPr sz="1600"/>
            </a:lvl6pPr>
            <a:lvl7pPr indent="-330200" lvl="6" marL="3200400" algn="l">
              <a:lnSpc>
                <a:spcPct val="90000"/>
              </a:lnSpc>
              <a:spcBef>
                <a:spcPts val="400"/>
              </a:spcBef>
              <a:spcAft>
                <a:spcPts val="0"/>
              </a:spcAft>
              <a:buClr>
                <a:srgbClr val="3F3F3F"/>
              </a:buClr>
              <a:buSzPts val="1600"/>
              <a:buChar char="▪"/>
              <a:defRPr sz="1600"/>
            </a:lvl7pPr>
            <a:lvl8pPr indent="-330200" lvl="7" marL="3657600" algn="l">
              <a:lnSpc>
                <a:spcPct val="90000"/>
              </a:lnSpc>
              <a:spcBef>
                <a:spcPts val="400"/>
              </a:spcBef>
              <a:spcAft>
                <a:spcPts val="0"/>
              </a:spcAft>
              <a:buClr>
                <a:srgbClr val="3F3F3F"/>
              </a:buClr>
              <a:buSzPts val="1600"/>
              <a:buChar char="▪"/>
              <a:defRPr sz="1600"/>
            </a:lvl8pPr>
            <a:lvl9pPr indent="-330200" lvl="8" marL="4114800" algn="l">
              <a:lnSpc>
                <a:spcPct val="90000"/>
              </a:lnSpc>
              <a:spcBef>
                <a:spcPts val="400"/>
              </a:spcBef>
              <a:spcAft>
                <a:spcPts val="0"/>
              </a:spcAft>
              <a:buClr>
                <a:srgbClr val="3F3F3F"/>
              </a:buClr>
              <a:buSzPts val="1600"/>
              <a:buChar char="▪"/>
              <a:defRPr sz="1600"/>
            </a:lvl9pPr>
          </a:lstStyle>
          <a:p/>
        </p:txBody>
      </p:sp>
      <p:sp>
        <p:nvSpPr>
          <p:cNvPr id="47" name="Google Shape;47;p7"/>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5" name="Shape 55"/>
        <p:cNvGrpSpPr/>
        <p:nvPr/>
      </p:nvGrpSpPr>
      <p:grpSpPr>
        <a:xfrm>
          <a:off x="0" y="0"/>
          <a:ext cx="0" cy="0"/>
          <a:chOff x="0" y="0"/>
          <a:chExt cx="0" cy="0"/>
        </a:xfrm>
      </p:grpSpPr>
      <p:sp>
        <p:nvSpPr>
          <p:cNvPr descr="Rectangle" id="56" name="Google Shape;56;p9"/>
          <p:cNvSpPr/>
          <p:nvPr/>
        </p:nvSpPr>
        <p:spPr>
          <a:xfrm>
            <a:off x="7008812" y="0"/>
            <a:ext cx="5180013" cy="6858000"/>
          </a:xfrm>
          <a:prstGeom prst="rect">
            <a:avLst/>
          </a:prstGeom>
          <a:gradFill>
            <a:gsLst>
              <a:gs pos="0">
                <a:schemeClr val="accent1"/>
              </a:gs>
              <a:gs pos="100000">
                <a:srgbClr val="8A212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descr="Rectangle" id="57" name="Google Shape;57;p9"/>
          <p:cNvSpPr/>
          <p:nvPr/>
        </p:nvSpPr>
        <p:spPr>
          <a:xfrm>
            <a:off x="7255668" y="228600"/>
            <a:ext cx="4686300" cy="6400800"/>
          </a:xfrm>
          <a:prstGeom prst="rect">
            <a:avLst/>
          </a:prstGeom>
          <a:noFill/>
          <a:ln cap="flat" cmpd="sng" w="158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58" name="Google Shape;58;p9"/>
          <p:cNvSpPr txBox="1"/>
          <p:nvPr>
            <p:ph type="title"/>
          </p:nvPr>
        </p:nvSpPr>
        <p:spPr>
          <a:xfrm>
            <a:off x="7632700" y="3200400"/>
            <a:ext cx="3932237" cy="1752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Libre Franklin Medium"/>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 type="body"/>
          </p:nvPr>
        </p:nvSpPr>
        <p:spPr>
          <a:xfrm>
            <a:off x="609600" y="457201"/>
            <a:ext cx="5943600" cy="5943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rgbClr val="3F3F3F"/>
              </a:buClr>
              <a:buSzPts val="2400"/>
              <a:buChar char="▪"/>
              <a:defRPr sz="2400"/>
            </a:lvl1pPr>
            <a:lvl2pPr indent="-355600" lvl="1" marL="914400" algn="l">
              <a:lnSpc>
                <a:spcPct val="90000"/>
              </a:lnSpc>
              <a:spcBef>
                <a:spcPts val="600"/>
              </a:spcBef>
              <a:spcAft>
                <a:spcPts val="0"/>
              </a:spcAft>
              <a:buClr>
                <a:srgbClr val="3F3F3F"/>
              </a:buClr>
              <a:buSzPts val="2000"/>
              <a:buChar char="▪"/>
              <a:defRPr sz="2000"/>
            </a:lvl2pPr>
            <a:lvl3pPr indent="-342900" lvl="2" marL="1371600" algn="l">
              <a:lnSpc>
                <a:spcPct val="90000"/>
              </a:lnSpc>
              <a:spcBef>
                <a:spcPts val="600"/>
              </a:spcBef>
              <a:spcAft>
                <a:spcPts val="0"/>
              </a:spcAft>
              <a:buClr>
                <a:srgbClr val="3F3F3F"/>
              </a:buClr>
              <a:buSzPts val="1800"/>
              <a:buChar char="▪"/>
              <a:defRPr sz="1800"/>
            </a:lvl3pPr>
            <a:lvl4pPr indent="-330200" lvl="3" marL="1828800" algn="l">
              <a:lnSpc>
                <a:spcPct val="90000"/>
              </a:lnSpc>
              <a:spcBef>
                <a:spcPts val="600"/>
              </a:spcBef>
              <a:spcAft>
                <a:spcPts val="0"/>
              </a:spcAft>
              <a:buClr>
                <a:srgbClr val="3F3F3F"/>
              </a:buClr>
              <a:buSzPts val="1600"/>
              <a:buChar char="▪"/>
              <a:defRPr sz="1600"/>
            </a:lvl4pPr>
            <a:lvl5pPr indent="-330200" lvl="4" marL="2286000" algn="l">
              <a:lnSpc>
                <a:spcPct val="90000"/>
              </a:lnSpc>
              <a:spcBef>
                <a:spcPts val="600"/>
              </a:spcBef>
              <a:spcAft>
                <a:spcPts val="0"/>
              </a:spcAft>
              <a:buClr>
                <a:srgbClr val="3F3F3F"/>
              </a:buClr>
              <a:buSzPts val="1600"/>
              <a:buChar char="▪"/>
              <a:defRPr sz="1600"/>
            </a:lvl5pPr>
            <a:lvl6pPr indent="-330200" lvl="5" marL="2743200" algn="l">
              <a:lnSpc>
                <a:spcPct val="90000"/>
              </a:lnSpc>
              <a:spcBef>
                <a:spcPts val="400"/>
              </a:spcBef>
              <a:spcAft>
                <a:spcPts val="0"/>
              </a:spcAft>
              <a:buClr>
                <a:srgbClr val="3F3F3F"/>
              </a:buClr>
              <a:buSzPts val="1600"/>
              <a:buChar char="▪"/>
              <a:defRPr sz="1600"/>
            </a:lvl6pPr>
            <a:lvl7pPr indent="-330200" lvl="6" marL="3200400" algn="l">
              <a:lnSpc>
                <a:spcPct val="90000"/>
              </a:lnSpc>
              <a:spcBef>
                <a:spcPts val="400"/>
              </a:spcBef>
              <a:spcAft>
                <a:spcPts val="0"/>
              </a:spcAft>
              <a:buClr>
                <a:srgbClr val="3F3F3F"/>
              </a:buClr>
              <a:buSzPts val="1600"/>
              <a:buChar char="▪"/>
              <a:defRPr sz="1600"/>
            </a:lvl7pPr>
            <a:lvl8pPr indent="-330200" lvl="7" marL="3657600" algn="l">
              <a:lnSpc>
                <a:spcPct val="90000"/>
              </a:lnSpc>
              <a:spcBef>
                <a:spcPts val="400"/>
              </a:spcBef>
              <a:spcAft>
                <a:spcPts val="0"/>
              </a:spcAft>
              <a:buClr>
                <a:srgbClr val="3F3F3F"/>
              </a:buClr>
              <a:buSzPts val="1600"/>
              <a:buChar char="▪"/>
              <a:defRPr sz="1600"/>
            </a:lvl8pPr>
            <a:lvl9pPr indent="-330200" lvl="8" marL="4114800" algn="l">
              <a:lnSpc>
                <a:spcPct val="90000"/>
              </a:lnSpc>
              <a:spcBef>
                <a:spcPts val="400"/>
              </a:spcBef>
              <a:spcAft>
                <a:spcPts val="0"/>
              </a:spcAft>
              <a:buClr>
                <a:srgbClr val="3F3F3F"/>
              </a:buClr>
              <a:buSzPts val="1600"/>
              <a:buChar char="▪"/>
              <a:defRPr sz="1600"/>
            </a:lvl9pPr>
          </a:lstStyle>
          <a:p/>
        </p:txBody>
      </p:sp>
      <p:sp>
        <p:nvSpPr>
          <p:cNvPr id="60" name="Google Shape;60;p9"/>
          <p:cNvSpPr txBox="1"/>
          <p:nvPr>
            <p:ph idx="2" type="body"/>
          </p:nvPr>
        </p:nvSpPr>
        <p:spPr>
          <a:xfrm>
            <a:off x="7632699" y="5029200"/>
            <a:ext cx="3932237"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rgbClr val="3F3F3F"/>
              </a:buClr>
              <a:buSzPts val="1400"/>
              <a:buNone/>
              <a:defRPr sz="1400"/>
            </a:lvl2pPr>
            <a:lvl3pPr indent="-228600" lvl="2" marL="1371600" algn="l">
              <a:lnSpc>
                <a:spcPct val="90000"/>
              </a:lnSpc>
              <a:spcBef>
                <a:spcPts val="600"/>
              </a:spcBef>
              <a:spcAft>
                <a:spcPts val="0"/>
              </a:spcAft>
              <a:buClr>
                <a:srgbClr val="3F3F3F"/>
              </a:buClr>
              <a:buSzPts val="1200"/>
              <a:buNone/>
              <a:defRPr sz="1200"/>
            </a:lvl3pPr>
            <a:lvl4pPr indent="-228600" lvl="3" marL="1828800" algn="l">
              <a:lnSpc>
                <a:spcPct val="90000"/>
              </a:lnSpc>
              <a:spcBef>
                <a:spcPts val="600"/>
              </a:spcBef>
              <a:spcAft>
                <a:spcPts val="0"/>
              </a:spcAft>
              <a:buClr>
                <a:srgbClr val="3F3F3F"/>
              </a:buClr>
              <a:buSzPts val="1000"/>
              <a:buNone/>
              <a:defRPr sz="1000"/>
            </a:lvl4pPr>
            <a:lvl5pPr indent="-228600" lvl="4" marL="2286000" algn="l">
              <a:lnSpc>
                <a:spcPct val="90000"/>
              </a:lnSpc>
              <a:spcBef>
                <a:spcPts val="600"/>
              </a:spcBef>
              <a:spcAft>
                <a:spcPts val="0"/>
              </a:spcAft>
              <a:buClr>
                <a:srgbClr val="3F3F3F"/>
              </a:buClr>
              <a:buSzPts val="1000"/>
              <a:buNone/>
              <a:defRPr sz="1000"/>
            </a:lvl5pPr>
            <a:lvl6pPr indent="-228600" lvl="5" marL="2743200" algn="l">
              <a:lnSpc>
                <a:spcPct val="90000"/>
              </a:lnSpc>
              <a:spcBef>
                <a:spcPts val="400"/>
              </a:spcBef>
              <a:spcAft>
                <a:spcPts val="0"/>
              </a:spcAft>
              <a:buClr>
                <a:srgbClr val="3F3F3F"/>
              </a:buClr>
              <a:buSzPts val="1000"/>
              <a:buNone/>
              <a:defRPr sz="1000"/>
            </a:lvl6pPr>
            <a:lvl7pPr indent="-228600" lvl="6" marL="3200400" algn="l">
              <a:lnSpc>
                <a:spcPct val="90000"/>
              </a:lnSpc>
              <a:spcBef>
                <a:spcPts val="400"/>
              </a:spcBef>
              <a:spcAft>
                <a:spcPts val="0"/>
              </a:spcAft>
              <a:buClr>
                <a:srgbClr val="3F3F3F"/>
              </a:buClr>
              <a:buSzPts val="1000"/>
              <a:buNone/>
              <a:defRPr sz="1000"/>
            </a:lvl7pPr>
            <a:lvl8pPr indent="-228600" lvl="7" marL="3657600" algn="l">
              <a:lnSpc>
                <a:spcPct val="90000"/>
              </a:lnSpc>
              <a:spcBef>
                <a:spcPts val="400"/>
              </a:spcBef>
              <a:spcAft>
                <a:spcPts val="0"/>
              </a:spcAft>
              <a:buClr>
                <a:srgbClr val="3F3F3F"/>
              </a:buClr>
              <a:buSzPts val="1000"/>
              <a:buNone/>
              <a:defRPr sz="1000"/>
            </a:lvl8pPr>
            <a:lvl9pPr indent="-228600" lvl="8" marL="4114800" algn="l">
              <a:lnSpc>
                <a:spcPct val="90000"/>
              </a:lnSpc>
              <a:spcBef>
                <a:spcPts val="400"/>
              </a:spcBef>
              <a:spcAft>
                <a:spcPts val="0"/>
              </a:spcAft>
              <a:buClr>
                <a:srgbClr val="3F3F3F"/>
              </a:buClr>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1" name="Shape 61"/>
        <p:cNvGrpSpPr/>
        <p:nvPr/>
      </p:nvGrpSpPr>
      <p:grpSpPr>
        <a:xfrm>
          <a:off x="0" y="0"/>
          <a:ext cx="0" cy="0"/>
          <a:chOff x="0" y="0"/>
          <a:chExt cx="0" cy="0"/>
        </a:xfrm>
      </p:grpSpPr>
      <p:sp>
        <p:nvSpPr>
          <p:cNvPr descr="Rectangle" id="62" name="Google Shape;62;p10"/>
          <p:cNvSpPr/>
          <p:nvPr/>
        </p:nvSpPr>
        <p:spPr>
          <a:xfrm>
            <a:off x="7008812" y="0"/>
            <a:ext cx="5180013" cy="6858000"/>
          </a:xfrm>
          <a:prstGeom prst="rect">
            <a:avLst/>
          </a:prstGeom>
          <a:gradFill>
            <a:gsLst>
              <a:gs pos="0">
                <a:schemeClr val="accent1"/>
              </a:gs>
              <a:gs pos="100000">
                <a:srgbClr val="8A212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descr="Rectangle" id="63" name="Google Shape;63;p10"/>
          <p:cNvSpPr/>
          <p:nvPr/>
        </p:nvSpPr>
        <p:spPr>
          <a:xfrm>
            <a:off x="7255668" y="228600"/>
            <a:ext cx="4686300" cy="6400800"/>
          </a:xfrm>
          <a:prstGeom prst="rect">
            <a:avLst/>
          </a:prstGeom>
          <a:noFill/>
          <a:ln cap="flat" cmpd="sng" w="158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64" name="Google Shape;64;p10"/>
          <p:cNvSpPr txBox="1"/>
          <p:nvPr>
            <p:ph type="title"/>
          </p:nvPr>
        </p:nvSpPr>
        <p:spPr>
          <a:xfrm>
            <a:off x="7635240" y="3200400"/>
            <a:ext cx="3932237" cy="1752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Libre Franklin Medium"/>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65" name="Google Shape;65;p10"/>
          <p:cNvSpPr/>
          <p:nvPr>
            <p:ph idx="2" type="pic"/>
          </p:nvPr>
        </p:nvSpPr>
        <p:spPr>
          <a:xfrm>
            <a:off x="1" y="0"/>
            <a:ext cx="7008810" cy="6857999"/>
          </a:xfrm>
          <a:prstGeom prst="rect">
            <a:avLst/>
          </a:prstGeom>
          <a:noFill/>
          <a:ln>
            <a:noFill/>
          </a:ln>
        </p:spPr>
      </p:sp>
      <p:sp>
        <p:nvSpPr>
          <p:cNvPr id="66" name="Google Shape;66;p10"/>
          <p:cNvSpPr txBox="1"/>
          <p:nvPr>
            <p:ph idx="1" type="body"/>
          </p:nvPr>
        </p:nvSpPr>
        <p:spPr>
          <a:xfrm>
            <a:off x="7635240" y="5029200"/>
            <a:ext cx="3932237" cy="13746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rgbClr val="3F3F3F"/>
              </a:buClr>
              <a:buSzPts val="1400"/>
              <a:buNone/>
              <a:defRPr sz="1400"/>
            </a:lvl2pPr>
            <a:lvl3pPr indent="-228600" lvl="2" marL="1371600" algn="l">
              <a:lnSpc>
                <a:spcPct val="90000"/>
              </a:lnSpc>
              <a:spcBef>
                <a:spcPts val="600"/>
              </a:spcBef>
              <a:spcAft>
                <a:spcPts val="0"/>
              </a:spcAft>
              <a:buClr>
                <a:srgbClr val="3F3F3F"/>
              </a:buClr>
              <a:buSzPts val="1200"/>
              <a:buNone/>
              <a:defRPr sz="1200"/>
            </a:lvl3pPr>
            <a:lvl4pPr indent="-228600" lvl="3" marL="1828800" algn="l">
              <a:lnSpc>
                <a:spcPct val="90000"/>
              </a:lnSpc>
              <a:spcBef>
                <a:spcPts val="600"/>
              </a:spcBef>
              <a:spcAft>
                <a:spcPts val="0"/>
              </a:spcAft>
              <a:buClr>
                <a:srgbClr val="3F3F3F"/>
              </a:buClr>
              <a:buSzPts val="1000"/>
              <a:buNone/>
              <a:defRPr sz="1000"/>
            </a:lvl4pPr>
            <a:lvl5pPr indent="-228600" lvl="4" marL="2286000" algn="l">
              <a:lnSpc>
                <a:spcPct val="90000"/>
              </a:lnSpc>
              <a:spcBef>
                <a:spcPts val="600"/>
              </a:spcBef>
              <a:spcAft>
                <a:spcPts val="0"/>
              </a:spcAft>
              <a:buClr>
                <a:srgbClr val="3F3F3F"/>
              </a:buClr>
              <a:buSzPts val="1000"/>
              <a:buNone/>
              <a:defRPr sz="1000"/>
            </a:lvl5pPr>
            <a:lvl6pPr indent="-228600" lvl="5" marL="2743200" algn="l">
              <a:lnSpc>
                <a:spcPct val="90000"/>
              </a:lnSpc>
              <a:spcBef>
                <a:spcPts val="400"/>
              </a:spcBef>
              <a:spcAft>
                <a:spcPts val="0"/>
              </a:spcAft>
              <a:buClr>
                <a:srgbClr val="3F3F3F"/>
              </a:buClr>
              <a:buSzPts val="1000"/>
              <a:buNone/>
              <a:defRPr sz="1000"/>
            </a:lvl6pPr>
            <a:lvl7pPr indent="-228600" lvl="6" marL="3200400" algn="l">
              <a:lnSpc>
                <a:spcPct val="90000"/>
              </a:lnSpc>
              <a:spcBef>
                <a:spcPts val="400"/>
              </a:spcBef>
              <a:spcAft>
                <a:spcPts val="0"/>
              </a:spcAft>
              <a:buClr>
                <a:srgbClr val="3F3F3F"/>
              </a:buClr>
              <a:buSzPts val="1000"/>
              <a:buNone/>
              <a:defRPr sz="1000"/>
            </a:lvl7pPr>
            <a:lvl8pPr indent="-228600" lvl="7" marL="3657600" algn="l">
              <a:lnSpc>
                <a:spcPct val="90000"/>
              </a:lnSpc>
              <a:spcBef>
                <a:spcPts val="400"/>
              </a:spcBef>
              <a:spcAft>
                <a:spcPts val="0"/>
              </a:spcAft>
              <a:buClr>
                <a:srgbClr val="3F3F3F"/>
              </a:buClr>
              <a:buSzPts val="1000"/>
              <a:buNone/>
              <a:defRPr sz="1000"/>
            </a:lvl8pPr>
            <a:lvl9pPr indent="-228600" lvl="8" marL="4114800" algn="l">
              <a:lnSpc>
                <a:spcPct val="90000"/>
              </a:lnSpc>
              <a:spcBef>
                <a:spcPts val="400"/>
              </a:spcBef>
              <a:spcAft>
                <a:spcPts val="0"/>
              </a:spcAft>
              <a:buClr>
                <a:srgbClr val="3F3F3F"/>
              </a:buClr>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11"/>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txBox="1"/>
          <p:nvPr>
            <p:ph idx="1" type="body"/>
          </p:nvPr>
        </p:nvSpPr>
        <p:spPr>
          <a:xfrm rot="5400000">
            <a:off x="3810000" y="-457200"/>
            <a:ext cx="4572001" cy="91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rgbClr val="3F3F3F"/>
              </a:buClr>
              <a:buSzPts val="1800"/>
              <a:buChar char="▪"/>
              <a:defRPr/>
            </a:lvl1pPr>
            <a:lvl2pPr indent="-342900" lvl="1" marL="914400" algn="l">
              <a:lnSpc>
                <a:spcPct val="90000"/>
              </a:lnSpc>
              <a:spcBef>
                <a:spcPts val="600"/>
              </a:spcBef>
              <a:spcAft>
                <a:spcPts val="0"/>
              </a:spcAft>
              <a:buClr>
                <a:srgbClr val="3F3F3F"/>
              </a:buClr>
              <a:buSzPts val="1800"/>
              <a:buChar char="▪"/>
              <a:defRPr/>
            </a:lvl2pPr>
            <a:lvl3pPr indent="-342900" lvl="2" marL="1371600" algn="l">
              <a:lnSpc>
                <a:spcPct val="90000"/>
              </a:lnSpc>
              <a:spcBef>
                <a:spcPts val="600"/>
              </a:spcBef>
              <a:spcAft>
                <a:spcPts val="0"/>
              </a:spcAft>
              <a:buClr>
                <a:srgbClr val="3F3F3F"/>
              </a:buClr>
              <a:buSzPts val="1800"/>
              <a:buChar char="▪"/>
              <a:defRPr/>
            </a:lvl3pPr>
            <a:lvl4pPr indent="-342900" lvl="3" marL="1828800" algn="l">
              <a:lnSpc>
                <a:spcPct val="90000"/>
              </a:lnSpc>
              <a:spcBef>
                <a:spcPts val="600"/>
              </a:spcBef>
              <a:spcAft>
                <a:spcPts val="0"/>
              </a:spcAft>
              <a:buClr>
                <a:srgbClr val="3F3F3F"/>
              </a:buClr>
              <a:buSzPts val="1800"/>
              <a:buChar char="▪"/>
              <a:defRPr/>
            </a:lvl4pPr>
            <a:lvl5pPr indent="-342900" lvl="4" marL="2286000" algn="l">
              <a:lnSpc>
                <a:spcPct val="90000"/>
              </a:lnSpc>
              <a:spcBef>
                <a:spcPts val="600"/>
              </a:spcBef>
              <a:spcAft>
                <a:spcPts val="0"/>
              </a:spcAft>
              <a:buClr>
                <a:srgbClr val="3F3F3F"/>
              </a:buClr>
              <a:buSzPts val="1800"/>
              <a:buChar char="▪"/>
              <a:defRPr/>
            </a:lvl5pPr>
            <a:lvl6pPr indent="-342900" lvl="5" marL="2743200" algn="l">
              <a:lnSpc>
                <a:spcPct val="90000"/>
              </a:lnSpc>
              <a:spcBef>
                <a:spcPts val="400"/>
              </a:spcBef>
              <a:spcAft>
                <a:spcPts val="0"/>
              </a:spcAft>
              <a:buClr>
                <a:srgbClr val="3F3F3F"/>
              </a:buClr>
              <a:buSzPts val="1800"/>
              <a:buChar char="▪"/>
              <a:defRPr/>
            </a:lvl6pPr>
            <a:lvl7pPr indent="-342900" lvl="6" marL="3200400" algn="l">
              <a:lnSpc>
                <a:spcPct val="90000"/>
              </a:lnSpc>
              <a:spcBef>
                <a:spcPts val="400"/>
              </a:spcBef>
              <a:spcAft>
                <a:spcPts val="0"/>
              </a:spcAft>
              <a:buClr>
                <a:srgbClr val="3F3F3F"/>
              </a:buClr>
              <a:buSzPts val="1800"/>
              <a:buChar char="▪"/>
              <a:defRPr/>
            </a:lvl7pPr>
            <a:lvl8pPr indent="-342900" lvl="7" marL="3657600" algn="l">
              <a:lnSpc>
                <a:spcPct val="90000"/>
              </a:lnSpc>
              <a:spcBef>
                <a:spcPts val="400"/>
              </a:spcBef>
              <a:spcAft>
                <a:spcPts val="0"/>
              </a:spcAft>
              <a:buClr>
                <a:srgbClr val="3F3F3F"/>
              </a:buClr>
              <a:buSzPts val="1800"/>
              <a:buChar char="▪"/>
              <a:defRPr/>
            </a:lvl8pPr>
            <a:lvl9pPr indent="-342900" lvl="8" marL="4114800" algn="l">
              <a:lnSpc>
                <a:spcPct val="90000"/>
              </a:lnSpc>
              <a:spcBef>
                <a:spcPts val="400"/>
              </a:spcBef>
              <a:spcAft>
                <a:spcPts val="0"/>
              </a:spcAft>
              <a:buClr>
                <a:srgbClr val="3F3F3F"/>
              </a:buClr>
              <a:buSzPts val="1800"/>
              <a:buChar char="▪"/>
              <a:defRPr/>
            </a:lvl9pPr>
          </a:lstStyle>
          <a:p/>
        </p:txBody>
      </p:sp>
      <p:sp>
        <p:nvSpPr>
          <p:cNvPr id="70" name="Google Shape;70;p11"/>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3" name="Shape 73"/>
        <p:cNvGrpSpPr/>
        <p:nvPr/>
      </p:nvGrpSpPr>
      <p:grpSpPr>
        <a:xfrm>
          <a:off x="0" y="0"/>
          <a:ext cx="0" cy="0"/>
          <a:chOff x="0" y="0"/>
          <a:chExt cx="0" cy="0"/>
        </a:xfrm>
      </p:grpSpPr>
      <p:sp>
        <p:nvSpPr>
          <p:cNvPr descr="Rectangle" id="74" name="Google Shape;74;p12"/>
          <p:cNvSpPr/>
          <p:nvPr/>
        </p:nvSpPr>
        <p:spPr>
          <a:xfrm>
            <a:off x="9982200" y="0"/>
            <a:ext cx="2209800" cy="6858000"/>
          </a:xfrm>
          <a:prstGeom prst="rect">
            <a:avLst/>
          </a:prstGeom>
          <a:gradFill>
            <a:gsLst>
              <a:gs pos="0">
                <a:schemeClr val="accent1"/>
              </a:gs>
              <a:gs pos="100000">
                <a:srgbClr val="8A2123"/>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75" name="Google Shape;75;p12"/>
          <p:cNvSpPr txBox="1"/>
          <p:nvPr>
            <p:ph type="title"/>
          </p:nvPr>
        </p:nvSpPr>
        <p:spPr>
          <a:xfrm rot="5400000">
            <a:off x="8115300" y="2400301"/>
            <a:ext cx="5943600" cy="205740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2171701" y="-1104901"/>
            <a:ext cx="5943599" cy="906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rgbClr val="3F3F3F"/>
              </a:buClr>
              <a:buSzPts val="1800"/>
              <a:buChar char="▪"/>
              <a:defRPr/>
            </a:lvl1pPr>
            <a:lvl2pPr indent="-342900" lvl="1" marL="914400" algn="l">
              <a:lnSpc>
                <a:spcPct val="90000"/>
              </a:lnSpc>
              <a:spcBef>
                <a:spcPts val="600"/>
              </a:spcBef>
              <a:spcAft>
                <a:spcPts val="0"/>
              </a:spcAft>
              <a:buClr>
                <a:srgbClr val="3F3F3F"/>
              </a:buClr>
              <a:buSzPts val="1800"/>
              <a:buChar char="▪"/>
              <a:defRPr/>
            </a:lvl2pPr>
            <a:lvl3pPr indent="-342900" lvl="2" marL="1371600" algn="l">
              <a:lnSpc>
                <a:spcPct val="90000"/>
              </a:lnSpc>
              <a:spcBef>
                <a:spcPts val="600"/>
              </a:spcBef>
              <a:spcAft>
                <a:spcPts val="0"/>
              </a:spcAft>
              <a:buClr>
                <a:srgbClr val="3F3F3F"/>
              </a:buClr>
              <a:buSzPts val="1800"/>
              <a:buChar char="▪"/>
              <a:defRPr/>
            </a:lvl3pPr>
            <a:lvl4pPr indent="-342900" lvl="3" marL="1828800" algn="l">
              <a:lnSpc>
                <a:spcPct val="90000"/>
              </a:lnSpc>
              <a:spcBef>
                <a:spcPts val="600"/>
              </a:spcBef>
              <a:spcAft>
                <a:spcPts val="0"/>
              </a:spcAft>
              <a:buClr>
                <a:srgbClr val="3F3F3F"/>
              </a:buClr>
              <a:buSzPts val="1800"/>
              <a:buChar char="▪"/>
              <a:defRPr/>
            </a:lvl4pPr>
            <a:lvl5pPr indent="-342900" lvl="4" marL="2286000" algn="l">
              <a:lnSpc>
                <a:spcPct val="90000"/>
              </a:lnSpc>
              <a:spcBef>
                <a:spcPts val="600"/>
              </a:spcBef>
              <a:spcAft>
                <a:spcPts val="0"/>
              </a:spcAft>
              <a:buClr>
                <a:srgbClr val="3F3F3F"/>
              </a:buClr>
              <a:buSzPts val="1800"/>
              <a:buChar char="▪"/>
              <a:defRPr/>
            </a:lvl5pPr>
            <a:lvl6pPr indent="-342900" lvl="5" marL="2743200" algn="l">
              <a:lnSpc>
                <a:spcPct val="90000"/>
              </a:lnSpc>
              <a:spcBef>
                <a:spcPts val="400"/>
              </a:spcBef>
              <a:spcAft>
                <a:spcPts val="0"/>
              </a:spcAft>
              <a:buClr>
                <a:srgbClr val="3F3F3F"/>
              </a:buClr>
              <a:buSzPts val="1800"/>
              <a:buChar char="▪"/>
              <a:defRPr/>
            </a:lvl6pPr>
            <a:lvl7pPr indent="-342900" lvl="6" marL="3200400" algn="l">
              <a:lnSpc>
                <a:spcPct val="90000"/>
              </a:lnSpc>
              <a:spcBef>
                <a:spcPts val="400"/>
              </a:spcBef>
              <a:spcAft>
                <a:spcPts val="0"/>
              </a:spcAft>
              <a:buClr>
                <a:srgbClr val="3F3F3F"/>
              </a:buClr>
              <a:buSzPts val="1800"/>
              <a:buChar char="▪"/>
              <a:defRPr/>
            </a:lvl7pPr>
            <a:lvl8pPr indent="-342900" lvl="7" marL="3657600" algn="l">
              <a:lnSpc>
                <a:spcPct val="90000"/>
              </a:lnSpc>
              <a:spcBef>
                <a:spcPts val="400"/>
              </a:spcBef>
              <a:spcAft>
                <a:spcPts val="0"/>
              </a:spcAft>
              <a:buClr>
                <a:srgbClr val="3F3F3F"/>
              </a:buClr>
              <a:buSzPts val="1800"/>
              <a:buChar char="▪"/>
              <a:defRPr/>
            </a:lvl8pPr>
            <a:lvl9pPr indent="-342900" lvl="8" marL="4114800" algn="l">
              <a:lnSpc>
                <a:spcPct val="90000"/>
              </a:lnSpc>
              <a:spcBef>
                <a:spcPts val="400"/>
              </a:spcBef>
              <a:spcAft>
                <a:spcPts val="0"/>
              </a:spcAft>
              <a:buClr>
                <a:srgbClr val="3F3F3F"/>
              </a:buClr>
              <a:buSzPts val="1800"/>
              <a:buChar char="▪"/>
              <a:defRPr/>
            </a:lvl9pPr>
          </a:lstStyle>
          <a:p/>
        </p:txBody>
      </p:sp>
      <p:sp>
        <p:nvSpPr>
          <p:cNvPr id="77" name="Google Shape;77;p12"/>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9D9"/>
            </a:gs>
            <a:gs pos="100000">
              <a:schemeClr val="lt1"/>
            </a:gs>
          </a:gsLst>
          <a:lin ang="16200000" scaled="0"/>
        </a:gradFill>
      </p:bgPr>
    </p:bg>
    <p:spTree>
      <p:nvGrpSpPr>
        <p:cNvPr id="9" name="Shape 9"/>
        <p:cNvGrpSpPr/>
        <p:nvPr/>
      </p:nvGrpSpPr>
      <p:grpSpPr>
        <a:xfrm>
          <a:off x="0" y="0"/>
          <a:ext cx="0" cy="0"/>
          <a:chOff x="0" y="0"/>
          <a:chExt cx="0" cy="0"/>
        </a:xfrm>
      </p:grpSpPr>
      <p:sp>
        <p:nvSpPr>
          <p:cNvPr descr="Red bar" id="10" name="Google Shape;10;p1"/>
          <p:cNvSpPr/>
          <p:nvPr/>
        </p:nvSpPr>
        <p:spPr>
          <a:xfrm>
            <a:off x="1" y="1"/>
            <a:ext cx="12188824" cy="1524000"/>
          </a:xfrm>
          <a:prstGeom prst="rect">
            <a:avLst/>
          </a:prstGeom>
          <a:gradFill>
            <a:gsLst>
              <a:gs pos="0">
                <a:schemeClr val="accent1"/>
              </a:gs>
              <a:gs pos="100000">
                <a:srgbClr val="8A212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sp>
        <p:nvSpPr>
          <p:cNvPr id="11" name="Google Shape;11;p1"/>
          <p:cNvSpPr txBox="1"/>
          <p:nvPr>
            <p:ph type="title"/>
          </p:nvPr>
        </p:nvSpPr>
        <p:spPr>
          <a:xfrm>
            <a:off x="1066800" y="99220"/>
            <a:ext cx="100584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Libre Franklin Medium"/>
              <a:buNone/>
              <a:defRPr b="0" i="0" sz="3600" u="none" cap="none" strike="noStrike">
                <a:solidFill>
                  <a:schemeClr val="lt1"/>
                </a:solidFill>
                <a:latin typeface="Libre Franklin Medium"/>
                <a:ea typeface="Libre Franklin Medium"/>
                <a:cs typeface="Libre Franklin Medium"/>
                <a:sym typeface="Libre Frankli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1524000" y="1828799"/>
            <a:ext cx="9144000" cy="4572001"/>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800"/>
              </a:spcBef>
              <a:spcAft>
                <a:spcPts val="0"/>
              </a:spcAft>
              <a:buClr>
                <a:srgbClr val="3F3F3F"/>
              </a:buClr>
              <a:buSzPts val="2400"/>
              <a:buFont typeface="Arial"/>
              <a:buChar char="▪"/>
              <a:defRPr b="0" i="0" sz="2400" u="none" cap="none" strike="noStrike">
                <a:solidFill>
                  <a:srgbClr val="3F3F3F"/>
                </a:solidFill>
                <a:latin typeface="Libre Franklin Medium"/>
                <a:ea typeface="Libre Franklin Medium"/>
                <a:cs typeface="Libre Franklin Medium"/>
                <a:sym typeface="Libre Franklin Medium"/>
              </a:defRPr>
            </a:lvl1pPr>
            <a:lvl2pPr indent="-368300" lvl="1" marL="914400" marR="0" rtl="0" algn="l">
              <a:lnSpc>
                <a:spcPct val="90000"/>
              </a:lnSpc>
              <a:spcBef>
                <a:spcPts val="600"/>
              </a:spcBef>
              <a:spcAft>
                <a:spcPts val="0"/>
              </a:spcAft>
              <a:buClr>
                <a:srgbClr val="3F3F3F"/>
              </a:buClr>
              <a:buSzPts val="2200"/>
              <a:buFont typeface="Arial"/>
              <a:buChar char="▪"/>
              <a:defRPr b="0" i="0" sz="2200" u="none" cap="none" strike="noStrike">
                <a:solidFill>
                  <a:srgbClr val="3F3F3F"/>
                </a:solidFill>
                <a:latin typeface="Libre Franklin Medium"/>
                <a:ea typeface="Libre Franklin Medium"/>
                <a:cs typeface="Libre Franklin Medium"/>
                <a:sym typeface="Libre Franklin Medium"/>
              </a:defRPr>
            </a:lvl2pPr>
            <a:lvl3pPr indent="-355600" lvl="2" marL="1371600" marR="0" rtl="0" algn="l">
              <a:lnSpc>
                <a:spcPct val="90000"/>
              </a:lnSpc>
              <a:spcBef>
                <a:spcPts val="600"/>
              </a:spcBef>
              <a:spcAft>
                <a:spcPts val="0"/>
              </a:spcAft>
              <a:buClr>
                <a:srgbClr val="3F3F3F"/>
              </a:buClr>
              <a:buSzPts val="2000"/>
              <a:buFont typeface="Arial"/>
              <a:buChar char="▪"/>
              <a:defRPr b="0" i="0" sz="2000" u="none" cap="none" strike="noStrike">
                <a:solidFill>
                  <a:srgbClr val="3F3F3F"/>
                </a:solidFill>
                <a:latin typeface="Libre Franklin Medium"/>
                <a:ea typeface="Libre Franklin Medium"/>
                <a:cs typeface="Libre Franklin Medium"/>
                <a:sym typeface="Libre Franklin Medium"/>
              </a:defRPr>
            </a:lvl3pPr>
            <a:lvl4pPr indent="-342900" lvl="3" marL="1828800" marR="0" rtl="0" algn="l">
              <a:lnSpc>
                <a:spcPct val="90000"/>
              </a:lnSpc>
              <a:spcBef>
                <a:spcPts val="600"/>
              </a:spcBef>
              <a:spcAft>
                <a:spcPts val="0"/>
              </a:spcAft>
              <a:buClr>
                <a:srgbClr val="3F3F3F"/>
              </a:buClr>
              <a:buSzPts val="1800"/>
              <a:buFont typeface="Arial"/>
              <a:buChar char="▪"/>
              <a:defRPr b="0" i="0" sz="1800" u="none" cap="none" strike="noStrike">
                <a:solidFill>
                  <a:srgbClr val="3F3F3F"/>
                </a:solidFill>
                <a:latin typeface="Libre Franklin Medium"/>
                <a:ea typeface="Libre Franklin Medium"/>
                <a:cs typeface="Libre Franklin Medium"/>
                <a:sym typeface="Libre Franklin Medium"/>
              </a:defRPr>
            </a:lvl4pPr>
            <a:lvl5pPr indent="-330200" lvl="4" marL="2286000" marR="0" rtl="0" algn="l">
              <a:lnSpc>
                <a:spcPct val="90000"/>
              </a:lnSpc>
              <a:spcBef>
                <a:spcPts val="600"/>
              </a:spcBef>
              <a:spcAft>
                <a:spcPts val="0"/>
              </a:spcAft>
              <a:buClr>
                <a:srgbClr val="3F3F3F"/>
              </a:buClr>
              <a:buSzPts val="1600"/>
              <a:buFont typeface="Arial"/>
              <a:buChar char="▪"/>
              <a:defRPr b="0" i="0" sz="1600" u="none" cap="none" strike="noStrike">
                <a:solidFill>
                  <a:srgbClr val="3F3F3F"/>
                </a:solidFill>
                <a:latin typeface="Libre Franklin Medium"/>
                <a:ea typeface="Libre Franklin Medium"/>
                <a:cs typeface="Libre Franklin Medium"/>
                <a:sym typeface="Libre Franklin Medium"/>
              </a:defRPr>
            </a:lvl5pPr>
            <a:lvl6pPr indent="-330200" lvl="5" marL="2743200" marR="0" rtl="0" algn="l">
              <a:lnSpc>
                <a:spcPct val="90000"/>
              </a:lnSpc>
              <a:spcBef>
                <a:spcPts val="400"/>
              </a:spcBef>
              <a:spcAft>
                <a:spcPts val="0"/>
              </a:spcAft>
              <a:buClr>
                <a:srgbClr val="3F3F3F"/>
              </a:buClr>
              <a:buSzPts val="1600"/>
              <a:buFont typeface="Arial"/>
              <a:buChar char="▪"/>
              <a:defRPr b="0" i="0" sz="1600" u="none" cap="none" strike="noStrike">
                <a:solidFill>
                  <a:srgbClr val="3F3F3F"/>
                </a:solidFill>
                <a:latin typeface="Libre Franklin Medium"/>
                <a:ea typeface="Libre Franklin Medium"/>
                <a:cs typeface="Libre Franklin Medium"/>
                <a:sym typeface="Libre Franklin Medium"/>
              </a:defRPr>
            </a:lvl6pPr>
            <a:lvl7pPr indent="-330200" lvl="6" marL="3200400" marR="0" rtl="0" algn="l">
              <a:lnSpc>
                <a:spcPct val="90000"/>
              </a:lnSpc>
              <a:spcBef>
                <a:spcPts val="400"/>
              </a:spcBef>
              <a:spcAft>
                <a:spcPts val="0"/>
              </a:spcAft>
              <a:buClr>
                <a:srgbClr val="3F3F3F"/>
              </a:buClr>
              <a:buSzPts val="1600"/>
              <a:buFont typeface="Arial"/>
              <a:buChar char="▪"/>
              <a:defRPr b="0" i="0" sz="1600" u="none" cap="none" strike="noStrike">
                <a:solidFill>
                  <a:srgbClr val="3F3F3F"/>
                </a:solidFill>
                <a:latin typeface="Libre Franklin Medium"/>
                <a:ea typeface="Libre Franklin Medium"/>
                <a:cs typeface="Libre Franklin Medium"/>
                <a:sym typeface="Libre Franklin Medium"/>
              </a:defRPr>
            </a:lvl7pPr>
            <a:lvl8pPr indent="-330200" lvl="7" marL="3657600" marR="0" rtl="0" algn="l">
              <a:lnSpc>
                <a:spcPct val="90000"/>
              </a:lnSpc>
              <a:spcBef>
                <a:spcPts val="400"/>
              </a:spcBef>
              <a:spcAft>
                <a:spcPts val="0"/>
              </a:spcAft>
              <a:buClr>
                <a:srgbClr val="3F3F3F"/>
              </a:buClr>
              <a:buSzPts val="1600"/>
              <a:buFont typeface="Arial"/>
              <a:buChar char="▪"/>
              <a:defRPr b="0" i="0" sz="1600" u="none" cap="none" strike="noStrike">
                <a:solidFill>
                  <a:srgbClr val="3F3F3F"/>
                </a:solidFill>
                <a:latin typeface="Libre Franklin Medium"/>
                <a:ea typeface="Libre Franklin Medium"/>
                <a:cs typeface="Libre Franklin Medium"/>
                <a:sym typeface="Libre Franklin Medium"/>
              </a:defRPr>
            </a:lvl8pPr>
            <a:lvl9pPr indent="-330200" lvl="8" marL="4114800" marR="0" rtl="0" algn="l">
              <a:lnSpc>
                <a:spcPct val="90000"/>
              </a:lnSpc>
              <a:spcBef>
                <a:spcPts val="400"/>
              </a:spcBef>
              <a:spcAft>
                <a:spcPts val="0"/>
              </a:spcAft>
              <a:buClr>
                <a:srgbClr val="3F3F3F"/>
              </a:buClr>
              <a:buSzPts val="1600"/>
              <a:buFont typeface="Arial"/>
              <a:buChar char="▪"/>
              <a:defRPr b="0" i="0" sz="1600" u="none" cap="none" strike="noStrike">
                <a:solidFill>
                  <a:srgbClr val="3F3F3F"/>
                </a:solidFill>
                <a:latin typeface="Libre Franklin Medium"/>
                <a:ea typeface="Libre Franklin Medium"/>
                <a:cs typeface="Libre Franklin Medium"/>
                <a:sym typeface="Libre Franklin Medium"/>
              </a:defRPr>
            </a:lvl9pPr>
          </a:lstStyle>
          <a:p/>
        </p:txBody>
      </p:sp>
      <p:sp>
        <p:nvSpPr>
          <p:cNvPr id="13" name="Google Shape;13;p1"/>
          <p:cNvSpPr txBox="1"/>
          <p:nvPr>
            <p:ph idx="11" type="ftr"/>
          </p:nvPr>
        </p:nvSpPr>
        <p:spPr>
          <a:xfrm>
            <a:off x="1066800" y="6481760"/>
            <a:ext cx="7848600" cy="23971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14" name="Google Shape;14;p1"/>
          <p:cNvSpPr txBox="1"/>
          <p:nvPr>
            <p:ph idx="10" type="dt"/>
          </p:nvPr>
        </p:nvSpPr>
        <p:spPr>
          <a:xfrm>
            <a:off x="9067800" y="6465885"/>
            <a:ext cx="1066800" cy="23971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1800" u="none" cap="none" strike="noStrike">
                <a:solidFill>
                  <a:schemeClr val="dk1"/>
                </a:solidFill>
                <a:latin typeface="Libre Franklin Medium"/>
                <a:ea typeface="Libre Franklin Medium"/>
                <a:cs typeface="Libre Franklin Medium"/>
                <a:sym typeface="Libre Franklin Medium"/>
              </a:defRPr>
            </a:lvl9pPr>
          </a:lstStyle>
          <a:p/>
        </p:txBody>
      </p:sp>
      <p:sp>
        <p:nvSpPr>
          <p:cNvPr id="15" name="Google Shape;15;p1"/>
          <p:cNvSpPr txBox="1"/>
          <p:nvPr>
            <p:ph idx="12" type="sldNum"/>
          </p:nvPr>
        </p:nvSpPr>
        <p:spPr>
          <a:xfrm>
            <a:off x="10287000" y="6481760"/>
            <a:ext cx="838200" cy="23971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1pPr>
            <a:lvl2pPr indent="0" lvl="1"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2pPr>
            <a:lvl3pPr indent="0" lvl="2"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3pPr>
            <a:lvl4pPr indent="0" lvl="3"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4pPr>
            <a:lvl5pPr indent="0" lvl="4"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5pPr>
            <a:lvl6pPr indent="0" lvl="5"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6pPr>
            <a:lvl7pPr indent="0" lvl="6"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7pPr>
            <a:lvl8pPr indent="0" lvl="7"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8pPr>
            <a:lvl9pPr indent="0" lvl="8" marL="0" marR="0" rtl="0" algn="r">
              <a:spcBef>
                <a:spcPts val="0"/>
              </a:spcBef>
              <a:buNone/>
              <a:defRPr b="0" i="0" sz="1100" u="none" cap="none" strike="noStrike">
                <a:solidFill>
                  <a:schemeClr val="dk1"/>
                </a:solidFill>
                <a:latin typeface="Libre Franklin Medium"/>
                <a:ea typeface="Libre Franklin Medium"/>
                <a:cs typeface="Libre Franklin Medium"/>
                <a:sym typeface="Libre Franklin Medium"/>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drive.google.com/file/d/1VwhdhspQplIQ2c34hUKiVXlCxDeBvEll/view" TargetMode="External"/><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drive.google.com/file/d/1sBbpHkBUoFzRDRy0OPGFJCgJIa0LoMzM/view"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LNOfAEvilxsZRuc4Faj4VaNqHI-j6jeX/view" TargetMode="External"/><Relationship Id="rId4" Type="http://schemas.openxmlformats.org/officeDocument/2006/relationships/image" Target="../media/image2.jpg"/><Relationship Id="rId5" Type="http://schemas.openxmlformats.org/officeDocument/2006/relationships/hyperlink" Target="http://drive.google.com/file/d/1gTfRJXRGPyDf383pJLYqbKeaLbkcDu5d/view" TargetMode="External"/><Relationship Id="rId6"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drive.google.com/file/d/14ttbdLwI_pW6jF3zDX8Vb9K7wizMYMAg/view"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XBbBUis-63dSdTtnWgVjypEPIt_CC9z4/view" TargetMode="Externa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qbATaOO5_mIdAmGyJDvFJi6Nq-4d1Ybz/view" TargetMode="External"/><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drive.google.com/file/d/1UaqEnkGAunMKT7YaG11L21B_gSBwOwqt/view" TargetMode="Externa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drive.google.com/file/d/1POBh0mnm6RHgRFvSUPiLFwUY2YecLkWe/view" TargetMode="External"/><Relationship Id="rId4" Type="http://schemas.openxmlformats.org/officeDocument/2006/relationships/image" Target="../media/image19.jpg"/><Relationship Id="rId5" Type="http://schemas.openxmlformats.org/officeDocument/2006/relationships/hyperlink" Target="http://drive.google.com/file/d/1lRLnwmmko3CyA1Een2KCCAjVcBZJ_Aav/view" TargetMode="External"/><Relationship Id="rId6"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drive.google.com/file/d/1sCdxexmZKpbr__6X40FHO_4-rx1OhhuN/view" TargetMode="External"/><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drive.google.com/file/d/1yU8C4uAlTLQ6Vw_x4pS-pQSXQswL015s/view"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drive.google.com/file/d/1CxDjyexJ3ESdgk3VByLwkRiwLw7jb2_x/view" TargetMode="External"/><Relationship Id="rId4" Type="http://schemas.openxmlformats.org/officeDocument/2006/relationships/image" Target="../media/image12.jpg"/><Relationship Id="rId5" Type="http://schemas.openxmlformats.org/officeDocument/2006/relationships/hyperlink" Target="http://drive.google.com/file/d/1wR4GLcRTe-mpoGjyJVEyzc7wZ6wO7bAX/view" TargetMode="External"/><Relationship Id="rId6" Type="http://schemas.openxmlformats.org/officeDocument/2006/relationships/image" Target="../media/image17.jpg"/><Relationship Id="rId7" Type="http://schemas.openxmlformats.org/officeDocument/2006/relationships/hyperlink" Target="http://drive.google.com/file/d/1VIbYconXpXG5Mjl0C0Wc_Snu9f9oJCkq/view" TargetMode="External"/><Relationship Id="rId8"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Medium"/>
              <a:ea typeface="Libre Franklin Medium"/>
              <a:cs typeface="Libre Franklin Medium"/>
              <a:sym typeface="Libre Franklin Medium"/>
            </a:endParaRPr>
          </a:p>
        </p:txBody>
      </p:sp>
      <p:pic>
        <p:nvPicPr>
          <p:cNvPr id="85" name="Google Shape;85;p13"/>
          <p:cNvPicPr preferRelativeResize="0"/>
          <p:nvPr/>
        </p:nvPicPr>
        <p:blipFill rotWithShape="1">
          <a:blip r:embed="rId3">
            <a:alphaModFix/>
          </a:blip>
          <a:srcRect b="0" l="0" r="0" t="0"/>
          <a:stretch/>
        </p:blipFill>
        <p:spPr>
          <a:xfrm>
            <a:off x="839416" y="476672"/>
            <a:ext cx="1224136" cy="1224136"/>
          </a:xfrm>
          <a:prstGeom prst="rect">
            <a:avLst/>
          </a:prstGeom>
          <a:noFill/>
          <a:ln>
            <a:noFill/>
          </a:ln>
        </p:spPr>
      </p:pic>
      <p:sp>
        <p:nvSpPr>
          <p:cNvPr id="86" name="Google Shape;86;p13"/>
          <p:cNvSpPr txBox="1"/>
          <p:nvPr/>
        </p:nvSpPr>
        <p:spPr>
          <a:xfrm>
            <a:off x="2279576" y="765574"/>
            <a:ext cx="50046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Times New Roman"/>
                <a:ea typeface="Times New Roman"/>
                <a:cs typeface="Times New Roman"/>
                <a:sym typeface="Times New Roman"/>
              </a:rPr>
              <a:t>INDIAN INSTITUTE OF TECHNOLOGY, DELHI</a:t>
            </a:r>
            <a:br>
              <a:rPr b="0" i="0" lang="en-IN" sz="1800" u="none" cap="none" strike="noStrike">
                <a:solidFill>
                  <a:schemeClr val="dk1"/>
                </a:solidFill>
                <a:latin typeface="Times New Roman"/>
                <a:ea typeface="Times New Roman"/>
                <a:cs typeface="Times New Roman"/>
                <a:sym typeface="Times New Roman"/>
              </a:rPr>
            </a:br>
            <a:r>
              <a:rPr b="0" i="0" lang="en-IN" sz="1800" u="none" cap="none" strike="noStrike">
                <a:solidFill>
                  <a:schemeClr val="dk1"/>
                </a:solidFill>
                <a:latin typeface="Times New Roman"/>
                <a:ea typeface="Times New Roman"/>
                <a:cs typeface="Times New Roman"/>
                <a:sym typeface="Times New Roman"/>
              </a:rPr>
              <a:t>MASTER IN TECHNOLOGY, ROBOTICS</a:t>
            </a:r>
            <a:endParaRPr sz="1800">
              <a:solidFill>
                <a:schemeClr val="dk1"/>
              </a:solidFill>
              <a:latin typeface="Times New Roman"/>
              <a:ea typeface="Times New Roman"/>
              <a:cs typeface="Times New Roman"/>
              <a:sym typeface="Times New Roman"/>
            </a:endParaRPr>
          </a:p>
        </p:txBody>
      </p:sp>
      <p:sp>
        <p:nvSpPr>
          <p:cNvPr id="87" name="Google Shape;87;p13"/>
          <p:cNvSpPr txBox="1"/>
          <p:nvPr/>
        </p:nvSpPr>
        <p:spPr>
          <a:xfrm>
            <a:off x="191344" y="1844824"/>
            <a:ext cx="118092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2200" u="sng">
              <a:solidFill>
                <a:schemeClr val="dk1"/>
              </a:solidFill>
              <a:latin typeface="Times New Roman"/>
              <a:ea typeface="Times New Roman"/>
              <a:cs typeface="Times New Roman"/>
              <a:sym typeface="Times New Roman"/>
            </a:endParaRPr>
          </a:p>
        </p:txBody>
      </p:sp>
      <p:sp>
        <p:nvSpPr>
          <p:cNvPr id="88" name="Google Shape;88;p13"/>
          <p:cNvSpPr txBox="1"/>
          <p:nvPr/>
        </p:nvSpPr>
        <p:spPr>
          <a:xfrm>
            <a:off x="191394" y="2105699"/>
            <a:ext cx="11809200" cy="1323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IN" sz="4000">
                <a:solidFill>
                  <a:schemeClr val="dk1"/>
                </a:solidFill>
                <a:latin typeface="Times New Roman"/>
                <a:ea typeface="Times New Roman"/>
                <a:cs typeface="Times New Roman"/>
                <a:sym typeface="Times New Roman"/>
              </a:rPr>
              <a:t>Autonomous Mobile Robot Navigation with Dynamic Obstacle Avoidance in Indoor Environments </a:t>
            </a:r>
            <a:endParaRPr/>
          </a:p>
        </p:txBody>
      </p:sp>
      <p:sp>
        <p:nvSpPr>
          <p:cNvPr id="89" name="Google Shape;89;p13"/>
          <p:cNvSpPr txBox="1"/>
          <p:nvPr/>
        </p:nvSpPr>
        <p:spPr>
          <a:xfrm>
            <a:off x="191344" y="4787676"/>
            <a:ext cx="11809200" cy="1047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IN" sz="2200" u="sng">
                <a:solidFill>
                  <a:schemeClr val="dk1"/>
                </a:solidFill>
                <a:latin typeface="Times New Roman"/>
                <a:ea typeface="Times New Roman"/>
                <a:cs typeface="Times New Roman"/>
                <a:sym typeface="Times New Roman"/>
              </a:rPr>
              <a:t>PRESENTED BY </a:t>
            </a:r>
            <a:r>
              <a:rPr lang="en-IN" sz="2200">
                <a:solidFill>
                  <a:schemeClr val="dk1"/>
                </a:solidFill>
                <a:latin typeface="Times New Roman"/>
                <a:ea typeface="Times New Roman"/>
                <a:cs typeface="Times New Roman"/>
                <a:sym typeface="Times New Roman"/>
              </a:rPr>
              <a:t>:- PAWAN KUMAR (2024JRB2031)</a:t>
            </a:r>
            <a:endParaRPr/>
          </a:p>
          <a:p>
            <a:pPr indent="0" lvl="0" marL="0" marR="0" rtl="0" algn="ctr">
              <a:lnSpc>
                <a:spcPct val="150000"/>
              </a:lnSpc>
              <a:spcBef>
                <a:spcPts val="0"/>
              </a:spcBef>
              <a:spcAft>
                <a:spcPts val="0"/>
              </a:spcAft>
              <a:buNone/>
            </a:pPr>
            <a:r>
              <a:rPr lang="en-IN" sz="2200" u="sng">
                <a:solidFill>
                  <a:schemeClr val="dk1"/>
                </a:solidFill>
                <a:latin typeface="Times New Roman"/>
                <a:ea typeface="Times New Roman"/>
                <a:cs typeface="Times New Roman"/>
                <a:sym typeface="Times New Roman"/>
              </a:rPr>
              <a:t>GUIDE</a:t>
            </a:r>
            <a:r>
              <a:rPr lang="en-IN" sz="2200">
                <a:solidFill>
                  <a:schemeClr val="dk1"/>
                </a:solidFill>
                <a:latin typeface="Times New Roman"/>
                <a:ea typeface="Times New Roman"/>
                <a:cs typeface="Times New Roman"/>
                <a:sym typeface="Times New Roman"/>
              </a:rPr>
              <a:t> :- PROF. SK SAHA</a:t>
            </a:r>
            <a:endParaRPr sz="22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95" name="Google Shape;95;p14"/>
          <p:cNvSpPr txBox="1"/>
          <p:nvPr/>
        </p:nvSpPr>
        <p:spPr>
          <a:xfrm>
            <a:off x="551373" y="764700"/>
            <a:ext cx="8312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5000" u="sng">
                <a:solidFill>
                  <a:srgbClr val="C00000"/>
                </a:solidFill>
                <a:latin typeface="Libre Franklin"/>
                <a:ea typeface="Libre Franklin"/>
                <a:cs typeface="Libre Franklin"/>
                <a:sym typeface="Libre Franklin"/>
              </a:rPr>
              <a:t>PROBLEM STATEMENT:</a:t>
            </a:r>
            <a:endParaRPr b="1" sz="5000" u="sng">
              <a:solidFill>
                <a:srgbClr val="C00000"/>
              </a:solidFill>
              <a:latin typeface="Libre Franklin"/>
              <a:ea typeface="Libre Franklin"/>
              <a:cs typeface="Libre Franklin"/>
              <a:sym typeface="Libre Franklin"/>
            </a:endParaRPr>
          </a:p>
        </p:txBody>
      </p:sp>
      <p:sp>
        <p:nvSpPr>
          <p:cNvPr id="96" name="Google Shape;96;p14"/>
          <p:cNvSpPr txBox="1"/>
          <p:nvPr/>
        </p:nvSpPr>
        <p:spPr>
          <a:xfrm>
            <a:off x="731404" y="1855865"/>
            <a:ext cx="10729200" cy="255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200">
                <a:solidFill>
                  <a:schemeClr val="dk1"/>
                </a:solidFill>
                <a:latin typeface="Libre Franklin"/>
                <a:ea typeface="Libre Franklin"/>
                <a:cs typeface="Libre Franklin"/>
                <a:sym typeface="Libre Franklin"/>
              </a:rPr>
              <a:t>Autonomous Navigation System for Novus MR500 Industrial Robot :</a:t>
            </a:r>
            <a:r>
              <a:rPr lang="en-IN" sz="3200">
                <a:solidFill>
                  <a:schemeClr val="dk1"/>
                </a:solidFill>
                <a:latin typeface="Libre Franklin"/>
                <a:ea typeface="Libre Franklin"/>
                <a:cs typeface="Libre Franklin"/>
                <a:sym typeface="Libre Franklin"/>
              </a:rPr>
              <a:t>Workspace Setup, Sensor &amp; Topic Validation , SLAM + Map Creation, Localization(AMCL), Navigation, Navigation with Obstacle Avoidance, Final Integration &amp; Testing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02" name="Google Shape;102;p15"/>
          <p:cNvSpPr txBox="1"/>
          <p:nvPr/>
        </p:nvSpPr>
        <p:spPr>
          <a:xfrm>
            <a:off x="551384" y="298386"/>
            <a:ext cx="67689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5000" u="sng">
                <a:solidFill>
                  <a:srgbClr val="C00000"/>
                </a:solidFill>
                <a:latin typeface="Libre Franklin"/>
                <a:ea typeface="Libre Franklin"/>
                <a:cs typeface="Libre Franklin"/>
                <a:sym typeface="Libre Franklin"/>
              </a:rPr>
              <a:t>INTRODUCTION:</a:t>
            </a:r>
            <a:endParaRPr b="1"/>
          </a:p>
        </p:txBody>
      </p:sp>
      <p:sp>
        <p:nvSpPr>
          <p:cNvPr id="103" name="Google Shape;103;p15"/>
          <p:cNvSpPr txBox="1"/>
          <p:nvPr/>
        </p:nvSpPr>
        <p:spPr>
          <a:xfrm>
            <a:off x="646254" y="1313810"/>
            <a:ext cx="5724600" cy="3417000"/>
          </a:xfrm>
          <a:prstGeom prst="rect">
            <a:avLst/>
          </a:prstGeom>
          <a:noFill/>
          <a:ln>
            <a:noFill/>
          </a:ln>
        </p:spPr>
        <p:txBody>
          <a:bodyPr anchorCtr="0" anchor="t" bIns="45700" lIns="91425" spcFirstLastPara="1" rIns="91425" wrap="square" tIns="45700">
            <a:spAutoFit/>
          </a:bodyPr>
          <a:lstStyle/>
          <a:p>
            <a:pPr indent="-381000" lvl="0" marL="457200" marR="0" rtl="0" algn="l">
              <a:spcBef>
                <a:spcPts val="0"/>
              </a:spcBef>
              <a:spcAft>
                <a:spcPts val="0"/>
              </a:spcAft>
              <a:buClr>
                <a:schemeClr val="dk1"/>
              </a:buClr>
              <a:buSzPts val="2400"/>
              <a:buFont typeface="Libre Franklin"/>
              <a:buChar char="➢"/>
            </a:pPr>
            <a:r>
              <a:rPr lang="en-IN" sz="2400">
                <a:solidFill>
                  <a:schemeClr val="dk1"/>
                </a:solidFill>
                <a:latin typeface="Libre Franklin"/>
                <a:ea typeface="Libre Franklin"/>
                <a:cs typeface="Libre Franklin"/>
                <a:sym typeface="Libre Franklin"/>
              </a:rPr>
              <a:t>This project optimizes autonomous navigation for the Novus MR500, a 500 kg-payload industrial robot. Using ROS Noetic with LiDAR, depth cameras, and safety scanners, it applies SLAM, localization, and path planning for safe operation in industrial environments.</a:t>
            </a:r>
            <a:endParaRPr sz="2400"/>
          </a:p>
        </p:txBody>
      </p:sp>
      <p:pic>
        <p:nvPicPr>
          <p:cNvPr descr="A machine in a room&#10;&#10;AI-generated content may be incorrect." id="104" name="Google Shape;104;p15"/>
          <p:cNvPicPr preferRelativeResize="0"/>
          <p:nvPr/>
        </p:nvPicPr>
        <p:blipFill rotWithShape="1">
          <a:blip r:embed="rId3">
            <a:alphaModFix/>
          </a:blip>
          <a:srcRect b="1303" l="-1440" r="1440" t="0"/>
          <a:stretch/>
        </p:blipFill>
        <p:spPr>
          <a:xfrm>
            <a:off x="7035950" y="419788"/>
            <a:ext cx="4664326" cy="6018426"/>
          </a:xfrm>
          <a:prstGeom prst="rect">
            <a:avLst/>
          </a:prstGeom>
          <a:noFill/>
          <a:ln>
            <a:noFill/>
          </a:ln>
        </p:spPr>
      </p:pic>
      <p:pic>
        <p:nvPicPr>
          <p:cNvPr id="105" name="Google Shape;105;p15" title="Screenshot_from_2026-02-28_07-57-19-removebg-preview.png"/>
          <p:cNvPicPr preferRelativeResize="0"/>
          <p:nvPr/>
        </p:nvPicPr>
        <p:blipFill>
          <a:blip r:embed="rId4">
            <a:alphaModFix/>
          </a:blip>
          <a:stretch>
            <a:fillRect/>
          </a:stretch>
        </p:blipFill>
        <p:spPr>
          <a:xfrm>
            <a:off x="2902100" y="3945200"/>
            <a:ext cx="4133850" cy="2724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12" name="Google Shape;112;p16"/>
          <p:cNvSpPr txBox="1"/>
          <p:nvPr/>
        </p:nvSpPr>
        <p:spPr>
          <a:xfrm>
            <a:off x="731201" y="188650"/>
            <a:ext cx="71487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400" u="sng">
                <a:solidFill>
                  <a:srgbClr val="C00000"/>
                </a:solidFill>
              </a:rPr>
              <a:t>MAPPING(Gmapping):</a:t>
            </a:r>
            <a:endParaRPr sz="4400"/>
          </a:p>
        </p:txBody>
      </p:sp>
      <p:pic>
        <p:nvPicPr>
          <p:cNvPr id="113" name="Google Shape;113;p16" title="mapping.mp4">
            <a:hlinkClick r:id="rId3"/>
          </p:cNvPr>
          <p:cNvPicPr preferRelativeResize="0"/>
          <p:nvPr/>
        </p:nvPicPr>
        <p:blipFill>
          <a:blip r:embed="rId4">
            <a:alphaModFix/>
          </a:blip>
          <a:stretch>
            <a:fillRect/>
          </a:stretch>
        </p:blipFill>
        <p:spPr>
          <a:xfrm>
            <a:off x="1103001" y="1643175"/>
            <a:ext cx="8885274" cy="4926926"/>
          </a:xfrm>
          <a:prstGeom prst="rect">
            <a:avLst/>
          </a:prstGeom>
          <a:noFill/>
          <a:ln>
            <a:noFill/>
          </a:ln>
          <a:effectLst>
            <a:outerShdw blurRad="57150" rotWithShape="0" algn="bl" dir="5400000" dist="19050">
              <a:srgbClr val="000000">
                <a:alpha val="50000"/>
              </a:srgbClr>
            </a:outerShdw>
          </a:effectLst>
        </p:spPr>
      </p:pic>
      <p:sp>
        <p:nvSpPr>
          <p:cNvPr id="114" name="Google Shape;114;p16"/>
          <p:cNvSpPr txBox="1"/>
          <p:nvPr/>
        </p:nvSpPr>
        <p:spPr>
          <a:xfrm>
            <a:off x="843750" y="889150"/>
            <a:ext cx="10014000" cy="6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800">
                <a:solidFill>
                  <a:schemeClr val="dk1"/>
                </a:solidFill>
              </a:rPr>
              <a:t>Gmapping is a highly popular, highly efficient algorithm and software package used in robotics for laser-based SLAM (Simultaneous Localization and Mapping).</a:t>
            </a:r>
            <a:endParaRPr sz="1800">
              <a:solidFill>
                <a:srgbClr val="3F3F3F"/>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Arial"/>
              <a:buNone/>
            </a:pPr>
            <a:r>
              <a:t/>
            </a:r>
            <a:endParaRPr/>
          </a:p>
        </p:txBody>
      </p:sp>
      <p:sp>
        <p:nvSpPr>
          <p:cNvPr id="121" name="Google Shape;121;p17"/>
          <p:cNvSpPr txBox="1"/>
          <p:nvPr/>
        </p:nvSpPr>
        <p:spPr>
          <a:xfrm>
            <a:off x="861076" y="142725"/>
            <a:ext cx="19314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5000" u="sng">
                <a:solidFill>
                  <a:srgbClr val="C00000"/>
                </a:solidFill>
                <a:latin typeface="Libre Franklin Medium"/>
                <a:ea typeface="Libre Franklin Medium"/>
                <a:cs typeface="Libre Franklin Medium"/>
                <a:sym typeface="Libre Franklin Medium"/>
              </a:rPr>
              <a:t>MAP:</a:t>
            </a:r>
            <a:endParaRPr/>
          </a:p>
        </p:txBody>
      </p:sp>
      <p:pic>
        <p:nvPicPr>
          <p:cNvPr id="122" name="Google Shape;122;p17" title="Screenshot from 2026-01-28 13-42-13.png"/>
          <p:cNvPicPr preferRelativeResize="0"/>
          <p:nvPr/>
        </p:nvPicPr>
        <p:blipFill rotWithShape="1">
          <a:blip r:embed="rId3">
            <a:alphaModFix/>
          </a:blip>
          <a:srcRect b="2506" l="1355" r="1141" t="1855"/>
          <a:stretch/>
        </p:blipFill>
        <p:spPr>
          <a:xfrm>
            <a:off x="1114850" y="1056250"/>
            <a:ext cx="9914674" cy="5470551"/>
          </a:xfrm>
          <a:prstGeom prst="rect">
            <a:avLst/>
          </a:prstGeom>
          <a:noFill/>
          <a:ln cap="flat" cmpd="sng" w="38100">
            <a:solidFill>
              <a:schemeClr val="accent1"/>
            </a:solidFill>
            <a:prstDash val="solid"/>
            <a:miter lim="8000"/>
            <a:headEnd len="sm" w="sm" type="none"/>
            <a:tailEnd len="sm" w="sm" type="none"/>
          </a:ln>
        </p:spPr>
      </p:pic>
      <p:sp>
        <p:nvSpPr>
          <p:cNvPr id="123" name="Google Shape;123;p17"/>
          <p:cNvSpPr txBox="1"/>
          <p:nvPr/>
        </p:nvSpPr>
        <p:spPr>
          <a:xfrm>
            <a:off x="6312850" y="6182400"/>
            <a:ext cx="4316700" cy="3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chemeClr val="dk1"/>
                </a:solidFill>
              </a:rPr>
              <a:t>Mapped Area:</a:t>
            </a:r>
            <a:r>
              <a:rPr lang="en-IN">
                <a:solidFill>
                  <a:schemeClr val="dk1"/>
                </a:solidFill>
              </a:rPr>
              <a:t> Approximately </a:t>
            </a:r>
            <a:r>
              <a:rPr b="1" lang="en-IN">
                <a:solidFill>
                  <a:schemeClr val="dk1"/>
                </a:solidFill>
              </a:rPr>
              <a:t>2,000 square meters</a:t>
            </a:r>
            <a:endParaRPr>
              <a:solidFill>
                <a:srgbClr val="3F3F3F"/>
              </a:solidFill>
              <a:latin typeface="Libre Franklin Medium"/>
              <a:ea typeface="Libre Franklin Medium"/>
              <a:cs typeface="Libre Franklin Medium"/>
              <a:sym typeface="Libre Franklin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30" name="Google Shape;130;p18"/>
          <p:cNvSpPr txBox="1"/>
          <p:nvPr/>
        </p:nvSpPr>
        <p:spPr>
          <a:xfrm>
            <a:off x="984525" y="83100"/>
            <a:ext cx="39552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400" u="sng">
                <a:solidFill>
                  <a:srgbClr val="C00000"/>
                </a:solidFill>
              </a:rPr>
              <a:t>NAVIGATION:</a:t>
            </a:r>
            <a:endParaRPr sz="4400"/>
          </a:p>
        </p:txBody>
      </p:sp>
      <p:pic>
        <p:nvPicPr>
          <p:cNvPr id="131" name="Google Shape;131;p18" title="navigation1.mp4">
            <a:hlinkClick r:id="rId3"/>
          </p:cNvPr>
          <p:cNvPicPr preferRelativeResize="0"/>
          <p:nvPr/>
        </p:nvPicPr>
        <p:blipFill>
          <a:blip r:embed="rId4">
            <a:alphaModFix/>
          </a:blip>
          <a:stretch>
            <a:fillRect/>
          </a:stretch>
        </p:blipFill>
        <p:spPr>
          <a:xfrm>
            <a:off x="1282050" y="1570925"/>
            <a:ext cx="8944650" cy="4949825"/>
          </a:xfrm>
          <a:prstGeom prst="rect">
            <a:avLst/>
          </a:prstGeom>
          <a:noFill/>
          <a:ln>
            <a:noFill/>
          </a:ln>
          <a:effectLst>
            <a:outerShdw blurRad="57150" rotWithShape="0" algn="bl" dir="5400000" dist="19050">
              <a:srgbClr val="000000">
                <a:alpha val="50000"/>
              </a:srgbClr>
            </a:outerShdw>
          </a:effectLst>
        </p:spPr>
      </p:pic>
      <p:sp>
        <p:nvSpPr>
          <p:cNvPr id="132" name="Google Shape;132;p18"/>
          <p:cNvSpPr txBox="1"/>
          <p:nvPr/>
        </p:nvSpPr>
        <p:spPr>
          <a:xfrm>
            <a:off x="984525" y="776950"/>
            <a:ext cx="109392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500">
                <a:solidFill>
                  <a:schemeClr val="dk1"/>
                </a:solidFill>
              </a:rPr>
              <a:t>First, I used a 2D LiDAR and odometry to run Gmapping, which built a 2D map of the space in real-time. Once the map was saved, I fed it into the navigation pipeline. I used AMCL to handle the robot's localization on that map, and move_base to calculate global paths and send velocity commands to the wheels so the robot could navigate safely to a designated goal.</a:t>
            </a:r>
            <a:endParaRPr sz="1500">
              <a:solidFill>
                <a:srgbClr val="3F3F3F"/>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39" name="Google Shape;139;p19"/>
          <p:cNvSpPr txBox="1"/>
          <p:nvPr/>
        </p:nvSpPr>
        <p:spPr>
          <a:xfrm>
            <a:off x="479374" y="251000"/>
            <a:ext cx="58800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400" u="sng">
                <a:solidFill>
                  <a:srgbClr val="C00000"/>
                </a:solidFill>
              </a:rPr>
              <a:t>NAVIGATION:</a:t>
            </a:r>
            <a:endParaRPr sz="4400"/>
          </a:p>
        </p:txBody>
      </p:sp>
      <p:pic>
        <p:nvPicPr>
          <p:cNvPr id="140" name="Google Shape;140;p19" title="navigation2_1.mp4">
            <a:hlinkClick r:id="rId3"/>
          </p:cNvPr>
          <p:cNvPicPr preferRelativeResize="0"/>
          <p:nvPr/>
        </p:nvPicPr>
        <p:blipFill>
          <a:blip r:embed="rId4">
            <a:alphaModFix/>
          </a:blip>
          <a:stretch>
            <a:fillRect/>
          </a:stretch>
        </p:blipFill>
        <p:spPr>
          <a:xfrm>
            <a:off x="536375" y="1306950"/>
            <a:ext cx="7711402" cy="4861249"/>
          </a:xfrm>
          <a:prstGeom prst="rect">
            <a:avLst/>
          </a:prstGeom>
          <a:noFill/>
          <a:ln>
            <a:noFill/>
          </a:ln>
        </p:spPr>
      </p:pic>
      <p:pic>
        <p:nvPicPr>
          <p:cNvPr id="141" name="Google Shape;141;p19" title="IMG_3416.MP4">
            <a:hlinkClick r:id="rId5"/>
          </p:cNvPr>
          <p:cNvPicPr preferRelativeResize="0"/>
          <p:nvPr/>
        </p:nvPicPr>
        <p:blipFill>
          <a:blip r:embed="rId6">
            <a:alphaModFix/>
          </a:blip>
          <a:stretch>
            <a:fillRect/>
          </a:stretch>
        </p:blipFill>
        <p:spPr>
          <a:xfrm>
            <a:off x="8356048" y="578950"/>
            <a:ext cx="3257975" cy="57919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48" name="Google Shape;148;p20"/>
          <p:cNvSpPr txBox="1"/>
          <p:nvPr/>
        </p:nvSpPr>
        <p:spPr>
          <a:xfrm>
            <a:off x="239700" y="251000"/>
            <a:ext cx="117126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4400" u="sng">
                <a:solidFill>
                  <a:srgbClr val="C00000"/>
                </a:solidFill>
              </a:rPr>
              <a:t>NAVIGATION with Dynamic Obstacle:</a:t>
            </a:r>
            <a:endParaRPr sz="4400"/>
          </a:p>
        </p:txBody>
      </p:sp>
      <p:pic>
        <p:nvPicPr>
          <p:cNvPr id="149" name="Google Shape;149;p20" title="video1.mp4">
            <a:hlinkClick r:id="rId3"/>
          </p:cNvPr>
          <p:cNvPicPr preferRelativeResize="0"/>
          <p:nvPr/>
        </p:nvPicPr>
        <p:blipFill>
          <a:blip r:embed="rId4">
            <a:alphaModFix/>
          </a:blip>
          <a:stretch>
            <a:fillRect/>
          </a:stretch>
        </p:blipFill>
        <p:spPr>
          <a:xfrm>
            <a:off x="1527125" y="1020500"/>
            <a:ext cx="9681299" cy="54433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56" name="Google Shape;156;p21"/>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Costmap Issue with Dynamic Obstacle:</a:t>
            </a:r>
            <a:endParaRPr sz="3600"/>
          </a:p>
        </p:txBody>
      </p:sp>
      <p:pic>
        <p:nvPicPr>
          <p:cNvPr id="157" name="Google Shape;157;p21" title="costmap_not_clearing.mp4">
            <a:hlinkClick r:id="rId3"/>
          </p:cNvPr>
          <p:cNvPicPr preferRelativeResize="0"/>
          <p:nvPr/>
        </p:nvPicPr>
        <p:blipFill>
          <a:blip r:embed="rId4">
            <a:alphaModFix/>
          </a:blip>
          <a:stretch>
            <a:fillRect/>
          </a:stretch>
        </p:blipFill>
        <p:spPr>
          <a:xfrm>
            <a:off x="1263575" y="983425"/>
            <a:ext cx="9664749" cy="5436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p:nvPr/>
        </p:nvSpPr>
        <p:spPr>
          <a:xfrm>
            <a:off x="191394" y="18869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163" name="Google Shape;163;p22"/>
          <p:cNvSpPr txBox="1"/>
          <p:nvPr/>
        </p:nvSpPr>
        <p:spPr>
          <a:xfrm>
            <a:off x="352650" y="325750"/>
            <a:ext cx="11360700" cy="6047100"/>
          </a:xfrm>
          <a:prstGeom prst="rect">
            <a:avLst/>
          </a:prstGeom>
          <a:noFill/>
          <a:ln>
            <a:noFill/>
          </a:ln>
        </p:spPr>
        <p:txBody>
          <a:bodyPr anchorCtr="0" anchor="t" bIns="45700" lIns="91425" spcFirstLastPara="1" rIns="91425" wrap="square" tIns="45700">
            <a:noAutofit/>
          </a:bodyPr>
          <a:lstStyle/>
          <a:p>
            <a:pPr indent="0" lvl="0" marL="0" rtl="0" algn="l">
              <a:lnSpc>
                <a:spcPct val="140000"/>
              </a:lnSpc>
              <a:spcBef>
                <a:spcPts val="1800"/>
              </a:spcBef>
              <a:spcAft>
                <a:spcPts val="0"/>
              </a:spcAft>
              <a:buClr>
                <a:schemeClr val="dk1"/>
              </a:buClr>
              <a:buSzPts val="1100"/>
              <a:buFont typeface="Arial"/>
              <a:buNone/>
            </a:pPr>
            <a:r>
              <a:rPr b="1" lang="en-IN" sz="2200" u="sng">
                <a:solidFill>
                  <a:srgbClr val="3B3B3B"/>
                </a:solidFill>
                <a:highlight>
                  <a:srgbClr val="F8F8F8"/>
                </a:highlight>
              </a:rPr>
              <a:t>Persistenting ghost obstacles.:</a:t>
            </a:r>
            <a:br>
              <a:rPr b="1" lang="en-IN" sz="2200">
                <a:solidFill>
                  <a:srgbClr val="3B3B3B"/>
                </a:solidFill>
                <a:highlight>
                  <a:srgbClr val="F8F8F8"/>
                </a:highlight>
              </a:rPr>
            </a:br>
            <a:r>
              <a:rPr lang="en-IN" sz="1800">
                <a:solidFill>
                  <a:srgbClr val="3B3B3B"/>
                </a:solidFill>
              </a:rPr>
              <a:t>I encountered a persistent ghost obstacle issue where dynamic obstacles remain on the costmap even after moving away. Despite trying multiple configuration approaches - observation persistence, time-based decay, raytrace clearing - the obstacles wouldn't clear properly. </a:t>
            </a:r>
            <a:endParaRPr sz="1800">
              <a:solidFill>
                <a:srgbClr val="3B3B3B"/>
              </a:solidFill>
            </a:endParaRPr>
          </a:p>
          <a:p>
            <a:pPr indent="0" lvl="0" marL="0" rtl="0" algn="l">
              <a:lnSpc>
                <a:spcPct val="140000"/>
              </a:lnSpc>
              <a:spcBef>
                <a:spcPts val="1800"/>
              </a:spcBef>
              <a:spcAft>
                <a:spcPts val="1400"/>
              </a:spcAft>
              <a:buClr>
                <a:schemeClr val="dk1"/>
              </a:buClr>
              <a:buSzPts val="1100"/>
              <a:buFont typeface="Arial"/>
              <a:buNone/>
            </a:pPr>
            <a:r>
              <a:rPr b="1" lang="en-IN" sz="1800">
                <a:solidFill>
                  <a:srgbClr val="3B3B3B"/>
                </a:solidFill>
              </a:rPr>
              <a:t>My solution</a:t>
            </a:r>
            <a:r>
              <a:rPr lang="en-IN" sz="1800">
                <a:solidFill>
                  <a:srgbClr val="3B3B3B"/>
                </a:solidFill>
              </a:rPr>
              <a:t>: I wrote an auto-clearer script that periodically resets the costmap every 5 seconds. This doesn't affect navigation performance because the costmap continuously rebuilds from live sensor data. It's a practical workaround for what appears to be a ROS costmap clearing bug. This demonstrates real-world engineering - when the ideal solution isn't available, I implement a pragmatic workaround that achieves the desired result.</a:t>
            </a:r>
            <a:endParaRPr sz="1800">
              <a:solidFill>
                <a:srgbClr val="3B3B3B"/>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70" name="Google Shape;170;p23"/>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Costmap issue resolved(auto_clearer_costmap.py):</a:t>
            </a:r>
            <a:endParaRPr sz="3600"/>
          </a:p>
        </p:txBody>
      </p:sp>
      <p:pic>
        <p:nvPicPr>
          <p:cNvPr id="171" name="Google Shape;171;p23" title="costmap_clearing_in_5_seconds.mp4">
            <a:hlinkClick r:id="rId3"/>
          </p:cNvPr>
          <p:cNvPicPr preferRelativeResize="0"/>
          <p:nvPr/>
        </p:nvPicPr>
        <p:blipFill>
          <a:blip r:embed="rId4">
            <a:alphaModFix/>
          </a:blip>
          <a:stretch>
            <a:fillRect/>
          </a:stretch>
        </p:blipFill>
        <p:spPr>
          <a:xfrm>
            <a:off x="1139375" y="897500"/>
            <a:ext cx="9936499" cy="55892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78" name="Google Shape;178;p24"/>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Costmap issue resolved(raytrace_range fix):</a:t>
            </a:r>
            <a:endParaRPr sz="3600"/>
          </a:p>
        </p:txBody>
      </p:sp>
      <p:pic>
        <p:nvPicPr>
          <p:cNvPr id="179" name="Google Shape;179;p24" title="nav_fix.mp4">
            <a:hlinkClick r:id="rId3"/>
          </p:cNvPr>
          <p:cNvPicPr preferRelativeResize="0"/>
          <p:nvPr/>
        </p:nvPicPr>
        <p:blipFill>
          <a:blip r:embed="rId4">
            <a:alphaModFix/>
          </a:blip>
          <a:stretch>
            <a:fillRect/>
          </a:stretch>
        </p:blipFill>
        <p:spPr>
          <a:xfrm>
            <a:off x="1163250" y="1007150"/>
            <a:ext cx="9747075" cy="54827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86" name="Google Shape;186;p25"/>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Next Task:</a:t>
            </a:r>
            <a:endParaRPr sz="3600"/>
          </a:p>
        </p:txBody>
      </p:sp>
      <p:sp>
        <p:nvSpPr>
          <p:cNvPr id="187" name="Google Shape;187;p25"/>
          <p:cNvSpPr txBox="1"/>
          <p:nvPr/>
        </p:nvSpPr>
        <p:spPr>
          <a:xfrm>
            <a:off x="535725" y="1071475"/>
            <a:ext cx="114168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t>I had two main objectives: </a:t>
            </a:r>
            <a:endParaRPr sz="1800"/>
          </a:p>
          <a:p>
            <a:pPr indent="0" lvl="0" marL="0" marR="0" rtl="0" algn="l">
              <a:spcBef>
                <a:spcPts val="0"/>
              </a:spcBef>
              <a:spcAft>
                <a:spcPts val="0"/>
              </a:spcAft>
              <a:buNone/>
            </a:pPr>
            <a:r>
              <a:rPr b="1" lang="en-IN" sz="1800"/>
              <a:t>First</a:t>
            </a:r>
            <a:r>
              <a:rPr lang="en-IN" sz="1800"/>
              <a:t> were addressing the remaining issues like the costmap clearing bug. </a:t>
            </a:r>
            <a:r>
              <a:rPr b="1" lang="en-IN" sz="1800"/>
              <a:t>=&gt; ReSolved</a:t>
            </a:r>
            <a:endParaRPr b="1" sz="1800"/>
          </a:p>
          <a:p>
            <a:pPr indent="0" lvl="0" marL="0" marR="0" rtl="0" algn="l">
              <a:spcBef>
                <a:spcPts val="0"/>
              </a:spcBef>
              <a:spcAft>
                <a:spcPts val="0"/>
              </a:spcAft>
              <a:buNone/>
            </a:pPr>
            <a:r>
              <a:t/>
            </a:r>
            <a:endParaRPr b="1" sz="1800"/>
          </a:p>
          <a:p>
            <a:pPr indent="0" lvl="0" marL="0" marR="0" rtl="0" algn="l">
              <a:spcBef>
                <a:spcPts val="0"/>
              </a:spcBef>
              <a:spcAft>
                <a:spcPts val="0"/>
              </a:spcAft>
              <a:buNone/>
            </a:pPr>
            <a:r>
              <a:rPr b="1" lang="en-IN" sz="1800"/>
              <a:t>Second</a:t>
            </a:r>
            <a:r>
              <a:rPr lang="en-IN" sz="1800"/>
              <a:t>, and this is the key direction my professor has guided me toward - implement map switching</a:t>
            </a:r>
            <a:r>
              <a:rPr lang="en-IN" sz="1800">
                <a:solidFill>
                  <a:schemeClr val="dk1"/>
                </a:solidFill>
              </a:rPr>
              <a:t>/stitching</a:t>
            </a:r>
            <a:r>
              <a:rPr lang="en-IN" sz="1800"/>
              <a:t> for large-scale navigation. </a:t>
            </a:r>
            <a:endParaRPr sz="1800"/>
          </a:p>
          <a:p>
            <a:pPr indent="0" lvl="0" marL="0" marR="0" rtl="0" algn="l">
              <a:spcBef>
                <a:spcPts val="0"/>
              </a:spcBef>
              <a:spcAft>
                <a:spcPts val="0"/>
              </a:spcAft>
              <a:buNone/>
            </a:pPr>
            <a:r>
              <a:rPr lang="en-IN" sz="1800"/>
              <a:t>Currently, we use one large 8000×8000 map which causes CPU load. </a:t>
            </a:r>
            <a:endParaRPr sz="1800"/>
          </a:p>
          <a:p>
            <a:pPr indent="0" lvl="0" marL="0" marR="0" rtl="0" algn="l">
              <a:spcBef>
                <a:spcPts val="0"/>
              </a:spcBef>
              <a:spcAft>
                <a:spcPts val="0"/>
              </a:spcAft>
              <a:buNone/>
            </a:pPr>
            <a:r>
              <a:rPr lang="en-IN" sz="1800"/>
              <a:t>The plan is to divide large environments into smaller map segments - approximately 600-800 square meter tiles - and implement dynamic map switching as the robot moves between areas. </a:t>
            </a:r>
            <a:endParaRPr sz="1800"/>
          </a:p>
          <a:p>
            <a:pPr indent="0" lvl="0" marL="0" marR="0" rtl="0" algn="l">
              <a:spcBef>
                <a:spcPts val="0"/>
              </a:spcBef>
              <a:spcAft>
                <a:spcPts val="0"/>
              </a:spcAft>
              <a:buNone/>
            </a:pPr>
            <a:r>
              <a:rPr lang="en-IN" sz="1800"/>
              <a:t>This would allow navigation across very large buildings or campuses without the memory and CPU overhead of one massive map. </a:t>
            </a:r>
            <a:endParaRPr sz="1800"/>
          </a:p>
          <a:p>
            <a:pPr indent="0" lvl="0" marL="0" marR="0" rtl="0" algn="l">
              <a:spcBef>
                <a:spcPts val="0"/>
              </a:spcBef>
              <a:spcAft>
                <a:spcPts val="0"/>
              </a:spcAft>
              <a:buNone/>
            </a:pPr>
            <a:r>
              <a:rPr lang="en-IN" sz="1800"/>
              <a:t>The challenge will be seamless switching and maintaining localization during map transitions.</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194" name="Google Shape;194;p26"/>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Proposed Solution :</a:t>
            </a:r>
            <a:endParaRPr sz="3600"/>
          </a:p>
        </p:txBody>
      </p:sp>
      <p:pic>
        <p:nvPicPr>
          <p:cNvPr id="195" name="Google Shape;195;p26" title="graph (2).png"/>
          <p:cNvPicPr preferRelativeResize="0"/>
          <p:nvPr/>
        </p:nvPicPr>
        <p:blipFill rotWithShape="1">
          <a:blip r:embed="rId3">
            <a:alphaModFix/>
          </a:blip>
          <a:srcRect b="14980" l="0" r="0" t="0"/>
          <a:stretch/>
        </p:blipFill>
        <p:spPr>
          <a:xfrm>
            <a:off x="2252950" y="1014425"/>
            <a:ext cx="7335725" cy="1890525"/>
          </a:xfrm>
          <a:prstGeom prst="rect">
            <a:avLst/>
          </a:prstGeom>
          <a:noFill/>
          <a:ln>
            <a:noFill/>
          </a:ln>
        </p:spPr>
      </p:pic>
      <p:pic>
        <p:nvPicPr>
          <p:cNvPr id="196" name="Google Shape;196;p26" title="graph (3).png"/>
          <p:cNvPicPr preferRelativeResize="0"/>
          <p:nvPr/>
        </p:nvPicPr>
        <p:blipFill>
          <a:blip r:embed="rId4">
            <a:alphaModFix/>
          </a:blip>
          <a:stretch>
            <a:fillRect/>
          </a:stretch>
        </p:blipFill>
        <p:spPr>
          <a:xfrm>
            <a:off x="2252950" y="2904950"/>
            <a:ext cx="7335725" cy="1641001"/>
          </a:xfrm>
          <a:prstGeom prst="rect">
            <a:avLst/>
          </a:prstGeom>
          <a:noFill/>
          <a:ln>
            <a:noFill/>
          </a:ln>
        </p:spPr>
      </p:pic>
      <p:pic>
        <p:nvPicPr>
          <p:cNvPr id="197" name="Google Shape;197;p26" title="graph (4).png"/>
          <p:cNvPicPr preferRelativeResize="0"/>
          <p:nvPr/>
        </p:nvPicPr>
        <p:blipFill>
          <a:blip r:embed="rId5">
            <a:alphaModFix/>
          </a:blip>
          <a:stretch>
            <a:fillRect/>
          </a:stretch>
        </p:blipFill>
        <p:spPr>
          <a:xfrm>
            <a:off x="2252950" y="4545953"/>
            <a:ext cx="7335725" cy="13410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p:nvPr/>
        </p:nvSpPr>
        <p:spPr>
          <a:xfrm>
            <a:off x="191394" y="18869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04" name="Google Shape;204;p27"/>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Proposed Solution:</a:t>
            </a:r>
            <a:endParaRPr sz="3600"/>
          </a:p>
        </p:txBody>
      </p:sp>
      <p:pic>
        <p:nvPicPr>
          <p:cNvPr id="205" name="Google Shape;205;p27" title="graph (7).png"/>
          <p:cNvPicPr preferRelativeResize="0"/>
          <p:nvPr/>
        </p:nvPicPr>
        <p:blipFill rotWithShape="1">
          <a:blip r:embed="rId3">
            <a:alphaModFix/>
          </a:blip>
          <a:srcRect b="22178" l="0" r="12457" t="20545"/>
          <a:stretch/>
        </p:blipFill>
        <p:spPr>
          <a:xfrm>
            <a:off x="630825" y="1997200"/>
            <a:ext cx="11206725" cy="4281375"/>
          </a:xfrm>
          <a:prstGeom prst="rect">
            <a:avLst/>
          </a:prstGeom>
          <a:noFill/>
          <a:ln>
            <a:noFill/>
          </a:ln>
        </p:spPr>
      </p:pic>
      <p:sp>
        <p:nvSpPr>
          <p:cNvPr id="206" name="Google Shape;206;p27"/>
          <p:cNvSpPr txBox="1"/>
          <p:nvPr/>
        </p:nvSpPr>
        <p:spPr>
          <a:xfrm>
            <a:off x="1489400" y="823150"/>
            <a:ext cx="8470800" cy="9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700">
                <a:solidFill>
                  <a:srgbClr val="3F3F3F"/>
                </a:solidFill>
              </a:rPr>
              <a:t>Transition Triggered(</a:t>
            </a:r>
            <a:r>
              <a:rPr lang="en-IN" sz="1700">
                <a:solidFill>
                  <a:srgbClr val="3F3F3F"/>
                </a:solidFill>
              </a:rPr>
              <a:t> Kill old map_server + Launch new map_server + wait for /map + clear costmap of 1st map + auto_localize and set initial pose + initialized costmap onto map2</a:t>
            </a:r>
            <a:r>
              <a:rPr b="1" lang="en-IN" sz="1700">
                <a:solidFill>
                  <a:srgbClr val="3F3F3F"/>
                </a:solidFill>
              </a:rPr>
              <a:t>)</a:t>
            </a:r>
            <a:endParaRPr b="1" sz="1700">
              <a:solidFill>
                <a:srgbClr val="3F3F3F"/>
              </a:solidFill>
            </a:endParaRPr>
          </a:p>
        </p:txBody>
      </p:sp>
      <p:cxnSp>
        <p:nvCxnSpPr>
          <p:cNvPr id="207" name="Google Shape;207;p27"/>
          <p:cNvCxnSpPr/>
          <p:nvPr/>
        </p:nvCxnSpPr>
        <p:spPr>
          <a:xfrm flipH="1">
            <a:off x="3060225" y="1506225"/>
            <a:ext cx="322500" cy="2005500"/>
          </a:xfrm>
          <a:prstGeom prst="straightConnector1">
            <a:avLst/>
          </a:prstGeom>
          <a:noFill/>
          <a:ln cap="flat" cmpd="sng" w="38100">
            <a:solidFill>
              <a:schemeClr val="accent1"/>
            </a:solidFill>
            <a:prstDash val="solid"/>
            <a:round/>
            <a:headEnd len="med" w="med"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14" name="Google Shape;214;p28"/>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Proposed Solution : Common Areas </a:t>
            </a:r>
            <a:endParaRPr sz="3600"/>
          </a:p>
        </p:txBody>
      </p:sp>
      <p:sp>
        <p:nvSpPr>
          <p:cNvPr id="215" name="Google Shape;215;p28"/>
          <p:cNvSpPr/>
          <p:nvPr/>
        </p:nvSpPr>
        <p:spPr>
          <a:xfrm>
            <a:off x="5948650" y="5699575"/>
            <a:ext cx="294600" cy="280500"/>
          </a:xfrm>
          <a:prstGeom prst="flowChartOr">
            <a:avLst/>
          </a:prstGeom>
          <a:solidFill>
            <a:srgbClr val="F8F8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ibre Franklin Medium"/>
              <a:ea typeface="Libre Franklin Medium"/>
              <a:cs typeface="Libre Franklin Medium"/>
              <a:sym typeface="Libre Franklin Medium"/>
            </a:endParaRPr>
          </a:p>
        </p:txBody>
      </p:sp>
      <p:sp>
        <p:nvSpPr>
          <p:cNvPr id="216" name="Google Shape;216;p28"/>
          <p:cNvSpPr/>
          <p:nvPr/>
        </p:nvSpPr>
        <p:spPr>
          <a:xfrm>
            <a:off x="5346150" y="5699575"/>
            <a:ext cx="294600" cy="280500"/>
          </a:xfrm>
          <a:prstGeom prst="flowChartSummingJunction">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Medium"/>
              <a:ea typeface="Libre Franklin Medium"/>
              <a:cs typeface="Libre Franklin Medium"/>
              <a:sym typeface="Libre Franklin Medium"/>
            </a:endParaRPr>
          </a:p>
        </p:txBody>
      </p:sp>
      <p:pic>
        <p:nvPicPr>
          <p:cNvPr id="217" name="Google Shape;217;p28" title="Image_20260519_184708_882.jpeg"/>
          <p:cNvPicPr preferRelativeResize="0"/>
          <p:nvPr/>
        </p:nvPicPr>
        <p:blipFill>
          <a:blip r:embed="rId3">
            <a:alphaModFix/>
          </a:blip>
          <a:stretch>
            <a:fillRect/>
          </a:stretch>
        </p:blipFill>
        <p:spPr>
          <a:xfrm>
            <a:off x="2679275" y="958550"/>
            <a:ext cx="7481275" cy="5344075"/>
          </a:xfrm>
          <a:prstGeom prst="rect">
            <a:avLst/>
          </a:prstGeom>
          <a:noFill/>
          <a:ln cap="flat" cmpd="sng" w="38100">
            <a:solidFill>
              <a:schemeClr val="accent1"/>
            </a:solidFill>
            <a:prstDash val="solid"/>
            <a:miter lim="8000"/>
            <a:headEnd len="sm" w="sm" type="none"/>
            <a:tailEnd len="sm" w="sm" type="none"/>
          </a:ln>
        </p:spPr>
      </p:pic>
      <p:sp>
        <p:nvSpPr>
          <p:cNvPr id="218" name="Google Shape;218;p28"/>
          <p:cNvSpPr/>
          <p:nvPr/>
        </p:nvSpPr>
        <p:spPr>
          <a:xfrm>
            <a:off x="6944950" y="3792225"/>
            <a:ext cx="168300" cy="1824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Medium"/>
              <a:ea typeface="Libre Franklin Medium"/>
              <a:cs typeface="Libre Franklin Medium"/>
              <a:sym typeface="Libre Franklin Medium"/>
            </a:endParaRPr>
          </a:p>
        </p:txBody>
      </p:sp>
      <p:sp>
        <p:nvSpPr>
          <p:cNvPr id="219" name="Google Shape;219;p28"/>
          <p:cNvSpPr/>
          <p:nvPr/>
        </p:nvSpPr>
        <p:spPr>
          <a:xfrm>
            <a:off x="7169350" y="3974625"/>
            <a:ext cx="168300" cy="126000"/>
          </a:xfrm>
          <a:prstGeom prst="flowChartOr">
            <a:avLst/>
          </a:prstGeom>
          <a:solidFill>
            <a:srgbClr val="0000FF"/>
          </a:solidFill>
          <a:ln cap="flat" cmpd="sng" w="38100">
            <a:solidFill>
              <a:srgbClr val="0000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Medium"/>
              <a:ea typeface="Libre Franklin Medium"/>
              <a:cs typeface="Libre Franklin Medium"/>
              <a:sym typeface="Libre Franklin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26" name="Google Shape;226;p29"/>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Why Are the Two Maps Not Aligned? </a:t>
            </a:r>
            <a:endParaRPr b="1" sz="3600" u="sng">
              <a:solidFill>
                <a:srgbClr val="C00000"/>
              </a:solidFill>
              <a:latin typeface="Libre Franklin Medium"/>
              <a:ea typeface="Libre Franklin Medium"/>
              <a:cs typeface="Libre Franklin Medium"/>
              <a:sym typeface="Libre Franklin Medium"/>
            </a:endParaRPr>
          </a:p>
        </p:txBody>
      </p:sp>
      <p:sp>
        <p:nvSpPr>
          <p:cNvPr id="227" name="Google Shape;227;p29"/>
          <p:cNvSpPr txBox="1"/>
          <p:nvPr/>
        </p:nvSpPr>
        <p:spPr>
          <a:xfrm>
            <a:off x="626400" y="785300"/>
            <a:ext cx="10939200" cy="9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600">
                <a:solidFill>
                  <a:srgbClr val="3F3F3F"/>
                </a:solidFill>
                <a:latin typeface="Libre Franklin Medium"/>
                <a:ea typeface="Libre Franklin Medium"/>
                <a:cs typeface="Libre Franklin Medium"/>
                <a:sym typeface="Libre Franklin Medium"/>
              </a:rPr>
              <a:t>Both maps were built in separate SLAM sessions, and each session started with a different robot orientation, so the coordinate frames of the two maps are not the same. When displayed together in RViz, they appear rotated relative to each other because there is no common global reference between them.</a:t>
            </a:r>
            <a:endParaRPr sz="1600">
              <a:solidFill>
                <a:srgbClr val="3F3F3F"/>
              </a:solidFill>
              <a:latin typeface="Libre Franklin Medium"/>
              <a:ea typeface="Libre Franklin Medium"/>
              <a:cs typeface="Libre Franklin Medium"/>
              <a:sym typeface="Libre Franklin Medium"/>
            </a:endParaRPr>
          </a:p>
        </p:txBody>
      </p:sp>
      <p:pic>
        <p:nvPicPr>
          <p:cNvPr id="228" name="Google Shape;228;p29" title="Screenshot from 2026-04-10 02-01-42.png"/>
          <p:cNvPicPr preferRelativeResize="0"/>
          <p:nvPr/>
        </p:nvPicPr>
        <p:blipFill>
          <a:blip r:embed="rId3">
            <a:alphaModFix/>
          </a:blip>
          <a:stretch>
            <a:fillRect/>
          </a:stretch>
        </p:blipFill>
        <p:spPr>
          <a:xfrm>
            <a:off x="1726150" y="1688600"/>
            <a:ext cx="8360298" cy="4810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35" name="Google Shape;235;p30"/>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Proposed Solution : Common Areas(map1+map2) </a:t>
            </a:r>
            <a:endParaRPr sz="3600"/>
          </a:p>
        </p:txBody>
      </p:sp>
      <p:pic>
        <p:nvPicPr>
          <p:cNvPr id="236" name="Google Shape;236;p30" title="Screenshot from 2026-04-10 02-09-18.png"/>
          <p:cNvPicPr preferRelativeResize="0"/>
          <p:nvPr/>
        </p:nvPicPr>
        <p:blipFill>
          <a:blip r:embed="rId3">
            <a:alphaModFix/>
          </a:blip>
          <a:stretch>
            <a:fillRect/>
          </a:stretch>
        </p:blipFill>
        <p:spPr>
          <a:xfrm>
            <a:off x="1309675" y="897488"/>
            <a:ext cx="9572625" cy="5591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1" title="map01_to_map02_c.mp4">
            <a:hlinkClick r:id="rId3"/>
          </p:cNvPr>
          <p:cNvPicPr preferRelativeResize="0"/>
          <p:nvPr/>
        </p:nvPicPr>
        <p:blipFill>
          <a:blip r:embed="rId4">
            <a:alphaModFix/>
          </a:blip>
          <a:stretch>
            <a:fillRect/>
          </a:stretch>
        </p:blipFill>
        <p:spPr>
          <a:xfrm>
            <a:off x="5578173" y="929050"/>
            <a:ext cx="9577978" cy="5387600"/>
          </a:xfrm>
          <a:prstGeom prst="rect">
            <a:avLst/>
          </a:prstGeom>
          <a:noFill/>
          <a:ln>
            <a:noFill/>
          </a:ln>
        </p:spPr>
      </p:pic>
      <p:sp>
        <p:nvSpPr>
          <p:cNvPr id="243" name="Google Shape;243;p31"/>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44" name="Google Shape;244;p31"/>
          <p:cNvSpPr txBox="1"/>
          <p:nvPr/>
        </p:nvSpPr>
        <p:spPr>
          <a:xfrm>
            <a:off x="239700" y="251000"/>
            <a:ext cx="11712600" cy="56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100" u="sng">
                <a:solidFill>
                  <a:srgbClr val="C00000"/>
                </a:solidFill>
                <a:latin typeface="Libre Franklin Medium"/>
                <a:ea typeface="Libre Franklin Medium"/>
                <a:cs typeface="Libre Franklin Medium"/>
                <a:sym typeface="Libre Franklin Medium"/>
              </a:rPr>
              <a:t>Navigation (Map1 -&gt; Map2):</a:t>
            </a:r>
            <a:endParaRPr b="1" sz="3100" u="sng">
              <a:solidFill>
                <a:srgbClr val="C00000"/>
              </a:solidFill>
              <a:latin typeface="Libre Franklin Medium"/>
              <a:ea typeface="Libre Franklin Medium"/>
              <a:cs typeface="Libre Franklin Medium"/>
              <a:sym typeface="Libre Franklin Medium"/>
            </a:endParaRPr>
          </a:p>
        </p:txBody>
      </p:sp>
      <p:pic>
        <p:nvPicPr>
          <p:cNvPr id="245" name="Google Shape;245;p31" title="map01_to_map02_rviz1.mp4">
            <a:hlinkClick r:id="rId5"/>
          </p:cNvPr>
          <p:cNvPicPr preferRelativeResize="0"/>
          <p:nvPr/>
        </p:nvPicPr>
        <p:blipFill>
          <a:blip r:embed="rId6">
            <a:alphaModFix/>
          </a:blip>
          <a:stretch>
            <a:fillRect/>
          </a:stretch>
        </p:blipFill>
        <p:spPr>
          <a:xfrm>
            <a:off x="367425" y="929050"/>
            <a:ext cx="8414749" cy="5387600"/>
          </a:xfrm>
          <a:prstGeom prst="rect">
            <a:avLst/>
          </a:prstGeom>
          <a:noFill/>
          <a:ln>
            <a:noFill/>
          </a:ln>
          <a:effectLst>
            <a:outerShdw blurRad="57150" rotWithShape="0" algn="bl" dir="5400000" dist="19050">
              <a:srgbClr val="000000">
                <a:alpha val="50000"/>
              </a:srgbClr>
            </a:outerShdw>
          </a:effectLst>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52" name="Google Shape;252;p32"/>
          <p:cNvSpPr txBox="1"/>
          <p:nvPr/>
        </p:nvSpPr>
        <p:spPr>
          <a:xfrm>
            <a:off x="239700" y="251000"/>
            <a:ext cx="11712600" cy="56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100" u="sng">
                <a:solidFill>
                  <a:srgbClr val="C00000"/>
                </a:solidFill>
                <a:latin typeface="Libre Franklin Medium"/>
                <a:ea typeface="Libre Franklin Medium"/>
                <a:cs typeface="Libre Franklin Medium"/>
                <a:sym typeface="Libre Franklin Medium"/>
              </a:rPr>
              <a:t>Navigation (Map2 -&gt; Map1):</a:t>
            </a:r>
            <a:endParaRPr b="1" sz="3100" u="sng">
              <a:solidFill>
                <a:srgbClr val="C00000"/>
              </a:solidFill>
              <a:latin typeface="Libre Franklin Medium"/>
              <a:ea typeface="Libre Franklin Medium"/>
              <a:cs typeface="Libre Franklin Medium"/>
              <a:sym typeface="Libre Franklin Medium"/>
            </a:endParaRPr>
          </a:p>
        </p:txBody>
      </p:sp>
      <p:pic>
        <p:nvPicPr>
          <p:cNvPr id="253" name="Google Shape;253;p32" title="map02-to-map01.mp4">
            <a:hlinkClick r:id="rId3"/>
          </p:cNvPr>
          <p:cNvPicPr preferRelativeResize="0"/>
          <p:nvPr/>
        </p:nvPicPr>
        <p:blipFill>
          <a:blip r:embed="rId4">
            <a:alphaModFix/>
          </a:blip>
          <a:stretch>
            <a:fillRect/>
          </a:stretch>
        </p:blipFill>
        <p:spPr>
          <a:xfrm>
            <a:off x="981275" y="749350"/>
            <a:ext cx="10455398" cy="5796401"/>
          </a:xfrm>
          <a:prstGeom prst="rect">
            <a:avLst/>
          </a:prstGeom>
          <a:noFill/>
          <a:ln>
            <a:noFill/>
          </a:ln>
          <a:effectLst>
            <a:outerShdw blurRad="57150" rotWithShape="0" algn="bl" dir="5400000" dist="19050">
              <a:srgbClr val="000000">
                <a:alpha val="50000"/>
              </a:srgbClr>
            </a:outerShdw>
          </a:effectLst>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nvSpPr>
        <p:spPr>
          <a:xfrm>
            <a:off x="535725" y="1071475"/>
            <a:ext cx="11416800" cy="3694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IN" sz="1800"/>
              <a:t>1. Multi-map scaling:</a:t>
            </a:r>
            <a:endParaRPr b="1" sz="1800"/>
          </a:p>
          <a:p>
            <a:pPr indent="0" lvl="0" marL="0" rtl="0" algn="l">
              <a:spcBef>
                <a:spcPts val="0"/>
              </a:spcBef>
              <a:spcAft>
                <a:spcPts val="0"/>
              </a:spcAft>
              <a:buClr>
                <a:schemeClr val="dk1"/>
              </a:buClr>
              <a:buSzPts val="1100"/>
              <a:buFont typeface="Arial"/>
              <a:buNone/>
            </a:pPr>
            <a:r>
              <a:rPr lang="en-IN" sz="1800"/>
              <a:t>Extend the map-tiling framework to 3-4 maps covering an entire building door, maintaining a connectivity graph of tile adjacencies for meta-level path planning. This would enable navigation across facilities as large as hospital wings or university campuses.</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b="1" lang="en-IN" sz="1800"/>
              <a:t>2. Automated map alignment:</a:t>
            </a:r>
            <a:endParaRPr b="1" sz="1800"/>
          </a:p>
          <a:p>
            <a:pPr indent="0" lvl="0" marL="0" rtl="0" algn="l">
              <a:spcBef>
                <a:spcPts val="0"/>
              </a:spcBef>
              <a:spcAft>
                <a:spcPts val="0"/>
              </a:spcAft>
              <a:buClr>
                <a:schemeClr val="dk1"/>
              </a:buClr>
              <a:buSzPts val="1100"/>
              <a:buFont typeface="Arial"/>
              <a:buNone/>
            </a:pPr>
            <a:r>
              <a:rPr lang="en-IN" sz="1800"/>
              <a:t>Develop an algorithm that automatically identifies the overlap region between adjacent SLAM maps using shared scan features (ICP on boundary scan fragments), removing the manual polygon definition requirement.</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b="1" lang="en-IN" sz="1800"/>
              <a:t>3.Long-duration reliability testing:</a:t>
            </a:r>
            <a:endParaRPr b="1" sz="1800"/>
          </a:p>
          <a:p>
            <a:pPr indent="0" lvl="0" marL="0" rtl="0" algn="l">
              <a:spcBef>
                <a:spcPts val="0"/>
              </a:spcBef>
              <a:spcAft>
                <a:spcPts val="0"/>
              </a:spcAft>
              <a:buClr>
                <a:schemeClr val="dk1"/>
              </a:buClr>
              <a:buSzPts val="1100"/>
              <a:buFont typeface="Arial"/>
              <a:buNone/>
            </a:pPr>
            <a:r>
              <a:rPr lang="en-IN" sz="1800"/>
              <a:t>Conduct 6+ hour continuous navigation trials to validate localization stability over extended operation periods, identifying and addressing edge cases such as symmetric corridor ambiguity and AMCL kidnap recovery.</a:t>
            </a:r>
            <a:endParaRPr sz="1800"/>
          </a:p>
          <a:p>
            <a:pPr indent="0" lvl="0" marL="0" marR="0" rtl="0" algn="l">
              <a:spcBef>
                <a:spcPts val="0"/>
              </a:spcBef>
              <a:spcAft>
                <a:spcPts val="0"/>
              </a:spcAft>
              <a:buNone/>
            </a:pPr>
            <a:r>
              <a:t/>
            </a:r>
            <a:endParaRPr sz="1800"/>
          </a:p>
        </p:txBody>
      </p:sp>
      <p:sp>
        <p:nvSpPr>
          <p:cNvPr id="260" name="Google Shape;260;p33"/>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61" name="Google Shape;261;p33"/>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Future Work:</a:t>
            </a:r>
            <a:endParaRPr sz="3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p:nvPr/>
        </p:nvSpPr>
        <p:spPr>
          <a:xfrm>
            <a:off x="191394" y="122165"/>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68" name="Google Shape;268;p34"/>
          <p:cNvSpPr txBox="1"/>
          <p:nvPr/>
        </p:nvSpPr>
        <p:spPr>
          <a:xfrm>
            <a:off x="476375" y="110800"/>
            <a:ext cx="7062300" cy="6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3800" u="sng">
                <a:solidFill>
                  <a:schemeClr val="accent1"/>
                </a:solidFill>
                <a:latin typeface="Libre Franklin"/>
                <a:ea typeface="Libre Franklin"/>
                <a:cs typeface="Libre Franklin"/>
                <a:sym typeface="Libre Franklin"/>
              </a:rPr>
              <a:t>Hosting RoboRide Event:</a:t>
            </a:r>
            <a:endParaRPr b="1" sz="3800" u="sng">
              <a:solidFill>
                <a:schemeClr val="accent1"/>
              </a:solidFill>
              <a:latin typeface="Libre Franklin"/>
              <a:ea typeface="Libre Franklin"/>
              <a:cs typeface="Libre Franklin"/>
              <a:sym typeface="Libre Franklin"/>
            </a:endParaRPr>
          </a:p>
        </p:txBody>
      </p:sp>
      <p:sp>
        <p:nvSpPr>
          <p:cNvPr id="269" name="Google Shape;269;p34"/>
          <p:cNvSpPr txBox="1"/>
          <p:nvPr/>
        </p:nvSpPr>
        <p:spPr>
          <a:xfrm>
            <a:off x="640725" y="917375"/>
            <a:ext cx="5597400" cy="59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3500" u="sng">
                <a:solidFill>
                  <a:srgbClr val="3F3F3F"/>
                </a:solidFill>
                <a:latin typeface="Libre Franklin"/>
                <a:ea typeface="Libre Franklin"/>
                <a:cs typeface="Libre Franklin"/>
                <a:sym typeface="Libre Franklin"/>
              </a:rPr>
              <a:t>Purpose of RoboRide:</a:t>
            </a:r>
            <a:endParaRPr b="1" sz="3500" u="sng">
              <a:solidFill>
                <a:srgbClr val="3F3F3F"/>
              </a:solidFill>
              <a:latin typeface="Libre Franklin"/>
              <a:ea typeface="Libre Franklin"/>
              <a:cs typeface="Libre Franklin"/>
              <a:sym typeface="Libre Franklin"/>
            </a:endParaRPr>
          </a:p>
        </p:txBody>
      </p:sp>
      <p:sp>
        <p:nvSpPr>
          <p:cNvPr id="270" name="Google Shape;270;p34"/>
          <p:cNvSpPr txBox="1"/>
          <p:nvPr/>
        </p:nvSpPr>
        <p:spPr>
          <a:xfrm>
            <a:off x="476375" y="1557750"/>
            <a:ext cx="6514500" cy="51186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rgbClr val="3F3F3F"/>
              </a:buClr>
              <a:buSzPts val="2400"/>
              <a:buFont typeface="Libre Franklin Medium"/>
              <a:buChar char="➢"/>
            </a:pPr>
            <a:r>
              <a:rPr lang="en-IN" sz="2400">
                <a:solidFill>
                  <a:srgbClr val="3F3F3F"/>
                </a:solidFill>
                <a:latin typeface="Libre Franklin Medium"/>
                <a:ea typeface="Libre Franklin Medium"/>
                <a:cs typeface="Libre Franklin Medium"/>
                <a:sym typeface="Libre Franklin Medium"/>
              </a:rPr>
              <a:t>RoboRide showcased the Novus Robot at IIT Delhi, conducting 35–40 sessions with 100+ joy rides to evaluate performance and reliability, gather user feedback, promote robotics research, and assess readiness for interactive and industrial deployment.</a:t>
            </a:r>
            <a:endParaRPr sz="2400">
              <a:solidFill>
                <a:srgbClr val="3F3F3F"/>
              </a:solidFill>
              <a:latin typeface="Libre Franklin Medium"/>
              <a:ea typeface="Libre Franklin Medium"/>
              <a:cs typeface="Libre Franklin Medium"/>
              <a:sym typeface="Libre Franklin Medium"/>
            </a:endParaRPr>
          </a:p>
          <a:p>
            <a:pPr indent="0" lvl="0" marL="457200" rtl="0" algn="l">
              <a:spcBef>
                <a:spcPts val="0"/>
              </a:spcBef>
              <a:spcAft>
                <a:spcPts val="0"/>
              </a:spcAft>
              <a:buNone/>
            </a:pPr>
            <a:r>
              <a:t/>
            </a:r>
            <a:endParaRPr sz="2400">
              <a:solidFill>
                <a:srgbClr val="3F3F3F"/>
              </a:solidFill>
              <a:latin typeface="Libre Franklin Medium"/>
              <a:ea typeface="Libre Franklin Medium"/>
              <a:cs typeface="Libre Franklin Medium"/>
              <a:sym typeface="Libre Franklin Medium"/>
            </a:endParaRPr>
          </a:p>
          <a:p>
            <a:pPr indent="-381000" lvl="0" marL="457200" rtl="0" algn="l">
              <a:spcBef>
                <a:spcPts val="0"/>
              </a:spcBef>
              <a:spcAft>
                <a:spcPts val="0"/>
              </a:spcAft>
              <a:buClr>
                <a:srgbClr val="3F3F3F"/>
              </a:buClr>
              <a:buSzPts val="2400"/>
              <a:buFont typeface="Libre Franklin Medium"/>
              <a:buChar char="➢"/>
            </a:pPr>
            <a:r>
              <a:rPr lang="en-IN" sz="2400">
                <a:solidFill>
                  <a:srgbClr val="3F3F3F"/>
                </a:solidFill>
                <a:latin typeface="Libre Franklin Medium"/>
                <a:ea typeface="Libre Franklin Medium"/>
                <a:cs typeface="Libre Franklin Medium"/>
                <a:sym typeface="Libre Franklin Medium"/>
              </a:rPr>
              <a:t>Took feedback from the Rider.</a:t>
            </a:r>
            <a:endParaRPr sz="2400">
              <a:solidFill>
                <a:srgbClr val="3F3F3F"/>
              </a:solidFill>
              <a:latin typeface="Libre Franklin Medium"/>
              <a:ea typeface="Libre Franklin Medium"/>
              <a:cs typeface="Libre Franklin Medium"/>
              <a:sym typeface="Libre Franklin Medium"/>
            </a:endParaRPr>
          </a:p>
        </p:txBody>
      </p:sp>
      <p:pic>
        <p:nvPicPr>
          <p:cNvPr id="271" name="Google Shape;271;p34" title="IMG_3414.MP4">
            <a:hlinkClick r:id="rId3"/>
          </p:cNvPr>
          <p:cNvPicPr preferRelativeResize="0"/>
          <p:nvPr/>
        </p:nvPicPr>
        <p:blipFill>
          <a:blip r:embed="rId4">
            <a:alphaModFix/>
          </a:blip>
          <a:stretch>
            <a:fillRect/>
          </a:stretch>
        </p:blipFill>
        <p:spPr>
          <a:xfrm>
            <a:off x="7132925" y="1074725"/>
            <a:ext cx="4572000" cy="4661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p:nvPr/>
        </p:nvSpPr>
        <p:spPr>
          <a:xfrm>
            <a:off x="633500" y="706300"/>
            <a:ext cx="3512100" cy="56439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78" name="Google Shape;278;p35"/>
          <p:cNvSpPr/>
          <p:nvPr/>
        </p:nvSpPr>
        <p:spPr>
          <a:xfrm>
            <a:off x="633500" y="706450"/>
            <a:ext cx="7224600" cy="56439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79" name="Google Shape;279;p35"/>
          <p:cNvSpPr/>
          <p:nvPr/>
        </p:nvSpPr>
        <p:spPr>
          <a:xfrm>
            <a:off x="633500" y="706450"/>
            <a:ext cx="10796400" cy="5643900"/>
          </a:xfrm>
          <a:prstGeom prst="rect">
            <a:avLst/>
          </a:prstGeom>
          <a:noFill/>
          <a:ln cap="flat" cmpd="sng" w="38100">
            <a:solidFill>
              <a:schemeClr val="accent1"/>
            </a:solidFill>
            <a:prstDash val="solid"/>
            <a:miter lim="800000"/>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80" name="Google Shape;280;p35"/>
          <p:cNvSpPr/>
          <p:nvPr/>
        </p:nvSpPr>
        <p:spPr>
          <a:xfrm>
            <a:off x="191394" y="122165"/>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81" name="Google Shape;281;p35"/>
          <p:cNvSpPr txBox="1"/>
          <p:nvPr/>
        </p:nvSpPr>
        <p:spPr>
          <a:xfrm>
            <a:off x="476375" y="110800"/>
            <a:ext cx="6656400" cy="6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800" u="sng">
                <a:solidFill>
                  <a:schemeClr val="accent1"/>
                </a:solidFill>
                <a:latin typeface="Libre Franklin"/>
                <a:ea typeface="Libre Franklin"/>
                <a:cs typeface="Libre Franklin"/>
                <a:sym typeface="Libre Franklin"/>
              </a:rPr>
              <a:t>Hosting RoboRide Event Videos: </a:t>
            </a:r>
            <a:endParaRPr b="1" sz="2800" u="sng">
              <a:solidFill>
                <a:schemeClr val="accent1"/>
              </a:solidFill>
              <a:latin typeface="Libre Franklin"/>
              <a:ea typeface="Libre Franklin"/>
              <a:cs typeface="Libre Franklin"/>
              <a:sym typeface="Libre Franklin"/>
            </a:endParaRPr>
          </a:p>
        </p:txBody>
      </p:sp>
      <p:pic>
        <p:nvPicPr>
          <p:cNvPr id="282" name="Google Shape;282;p35" title="IMG_0753.MOV">
            <a:hlinkClick r:id="rId3"/>
          </p:cNvPr>
          <p:cNvPicPr preferRelativeResize="0"/>
          <p:nvPr/>
        </p:nvPicPr>
        <p:blipFill>
          <a:blip r:embed="rId4">
            <a:alphaModFix/>
          </a:blip>
          <a:stretch>
            <a:fillRect/>
          </a:stretch>
        </p:blipFill>
        <p:spPr>
          <a:xfrm>
            <a:off x="875200" y="829761"/>
            <a:ext cx="2915325" cy="5327978"/>
          </a:xfrm>
          <a:prstGeom prst="rect">
            <a:avLst/>
          </a:prstGeom>
          <a:noFill/>
          <a:ln>
            <a:noFill/>
          </a:ln>
        </p:spPr>
      </p:pic>
      <p:pic>
        <p:nvPicPr>
          <p:cNvPr id="283" name="Google Shape;283;p35" title="IMG_0754.MOV">
            <a:hlinkClick r:id="rId5"/>
          </p:cNvPr>
          <p:cNvPicPr preferRelativeResize="0"/>
          <p:nvPr/>
        </p:nvPicPr>
        <p:blipFill>
          <a:blip r:embed="rId6">
            <a:alphaModFix/>
          </a:blip>
          <a:stretch>
            <a:fillRect/>
          </a:stretch>
        </p:blipFill>
        <p:spPr>
          <a:xfrm>
            <a:off x="4533600" y="829750"/>
            <a:ext cx="2915325" cy="5327988"/>
          </a:xfrm>
          <a:prstGeom prst="rect">
            <a:avLst/>
          </a:prstGeom>
          <a:noFill/>
          <a:ln>
            <a:noFill/>
          </a:ln>
        </p:spPr>
      </p:pic>
      <p:pic>
        <p:nvPicPr>
          <p:cNvPr id="284" name="Google Shape;284;p35" title="IMG_0751.MOV">
            <a:hlinkClick r:id="rId7"/>
          </p:cNvPr>
          <p:cNvPicPr preferRelativeResize="0"/>
          <p:nvPr/>
        </p:nvPicPr>
        <p:blipFill>
          <a:blip r:embed="rId8">
            <a:alphaModFix/>
          </a:blip>
          <a:stretch>
            <a:fillRect/>
          </a:stretch>
        </p:blipFill>
        <p:spPr>
          <a:xfrm>
            <a:off x="8239075" y="829750"/>
            <a:ext cx="2915325" cy="53279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p:nvPr/>
        </p:nvSpPr>
        <p:spPr>
          <a:xfrm>
            <a:off x="191394" y="18869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90" name="Google Shape;290;p36"/>
          <p:cNvSpPr txBox="1"/>
          <p:nvPr/>
        </p:nvSpPr>
        <p:spPr>
          <a:xfrm>
            <a:off x="1594825" y="690850"/>
            <a:ext cx="5568300" cy="482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common_areas:</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 map01 → map02 ──</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trigger_polygon: the transition area measured in MAP01 coordinates</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drop_polygon:    the SAME physical area measured in MAP02 coordinates</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from_map: "map01"</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to_map: "map02"</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route_point: {x: 38.85, y: -15.6, yaw: 0.0}</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trigger_polygon:</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38.0, y: -14.8}</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38.2, y: -16.3}</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39.6, y: -16.4}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39.6, y: -14.9}</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drop_polygon:</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40.8, y: -15.4}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40.3, y: -16.7}</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41.7, y: -17.4}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42.5, y: -15.7}</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t/>
            </a:r>
            <a:endParaRPr b="1">
              <a:solidFill>
                <a:schemeClr val="accent1"/>
              </a:solidFill>
              <a:latin typeface="Libre Franklin"/>
              <a:ea typeface="Libre Franklin"/>
              <a:cs typeface="Libre Franklin"/>
              <a:sym typeface="Libre Franklin"/>
            </a:endParaRPr>
          </a:p>
          <a:p>
            <a:pPr indent="0" lvl="0" marL="0" marR="0" rtl="0" algn="l">
              <a:lnSpc>
                <a:spcPct val="90000"/>
              </a:lnSpc>
              <a:spcBef>
                <a:spcPts val="0"/>
              </a:spcBef>
              <a:spcAft>
                <a:spcPts val="0"/>
              </a:spcAft>
              <a:buClr>
                <a:schemeClr val="accent1"/>
              </a:buClr>
              <a:buSzPts val="3600"/>
              <a:buFont typeface="Libre Franklin Medium"/>
              <a:buNone/>
            </a:pPr>
            <a:r>
              <a:t/>
            </a:r>
            <a:endParaRPr b="1">
              <a:solidFill>
                <a:schemeClr val="accent1"/>
              </a:solidFill>
              <a:latin typeface="Libre Franklin"/>
              <a:ea typeface="Libre Franklin"/>
              <a:cs typeface="Libre Franklin"/>
              <a:sym typeface="Libre Franklin"/>
            </a:endParaRPr>
          </a:p>
        </p:txBody>
      </p:sp>
      <p:sp>
        <p:nvSpPr>
          <p:cNvPr id="291" name="Google Shape;291;p36"/>
          <p:cNvSpPr txBox="1"/>
          <p:nvPr/>
        </p:nvSpPr>
        <p:spPr>
          <a:xfrm>
            <a:off x="7000250" y="812800"/>
            <a:ext cx="4511100" cy="4297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 map02 → map01 ──</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trigger_polygon: the transition area measured in MAP02 coordinates</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drop_polygon:    the SAME physical area measured in MAP01 coordinates</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from_map: "map02"</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to_map: "map01"</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route_point: {x: 41.325, y: -16.3, yaw: 3.14}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trigger_polygon:</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40.8, y: -15.4}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40.3, y: -16.7}</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41.7, y: -17.4}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42.5, y: -15.7}</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drop_polygon:</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38.0, y: -14.8}</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38.2, y: -16.3}</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39.6, y: -16.4}</a:t>
            </a:r>
            <a:endParaRPr b="1">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Clr>
                <a:schemeClr val="dk1"/>
              </a:buClr>
              <a:buSzPts val="1100"/>
              <a:buFont typeface="Arial"/>
              <a:buNone/>
            </a:pPr>
            <a:r>
              <a:rPr b="1" lang="en-IN">
                <a:solidFill>
                  <a:schemeClr val="accent1"/>
                </a:solidFill>
                <a:latin typeface="Libre Franklin"/>
                <a:ea typeface="Libre Franklin"/>
                <a:cs typeface="Libre Franklin"/>
                <a:sym typeface="Libre Franklin"/>
              </a:rPr>
              <a:t>        - {x: 39.6, y: -14.9}</a:t>
            </a:r>
            <a:endParaRPr b="1">
              <a:solidFill>
                <a:schemeClr val="accent1"/>
              </a:solidFill>
              <a:latin typeface="Libre Franklin"/>
              <a:ea typeface="Libre Franklin"/>
              <a:cs typeface="Libre Franklin"/>
              <a:sym typeface="Libre Franklin"/>
            </a:endParaRPr>
          </a:p>
          <a:p>
            <a:pPr indent="0" lvl="0" marL="0" rtl="0" algn="l">
              <a:spcBef>
                <a:spcPts val="0"/>
              </a:spcBef>
              <a:spcAft>
                <a:spcPts val="0"/>
              </a:spcAft>
              <a:buNone/>
            </a:pPr>
            <a:r>
              <a:t/>
            </a:r>
            <a:endParaRPr sz="2400">
              <a:solidFill>
                <a:srgbClr val="3F3F3F"/>
              </a:solidFill>
              <a:latin typeface="Libre Franklin Medium"/>
              <a:ea typeface="Libre Franklin Medium"/>
              <a:cs typeface="Libre Franklin Medium"/>
              <a:sym typeface="Libre Franklin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p:nvPr/>
        </p:nvSpPr>
        <p:spPr>
          <a:xfrm>
            <a:off x="191394" y="18869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Medium"/>
              <a:ea typeface="Libre Franklin Medium"/>
              <a:cs typeface="Libre Franklin Medium"/>
              <a:sym typeface="Libre Franklin Medium"/>
            </a:endParaRPr>
          </a:p>
        </p:txBody>
      </p:sp>
      <p:sp>
        <p:nvSpPr>
          <p:cNvPr id="297" name="Google Shape;297;p37"/>
          <p:cNvSpPr txBox="1"/>
          <p:nvPr/>
        </p:nvSpPr>
        <p:spPr>
          <a:xfrm>
            <a:off x="3311850" y="2766021"/>
            <a:ext cx="5568300" cy="1236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3600"/>
              <a:buFont typeface="Libre Franklin Medium"/>
              <a:buNone/>
            </a:pPr>
            <a:r>
              <a:rPr b="1" lang="en-IN" sz="7200">
                <a:solidFill>
                  <a:schemeClr val="accent1"/>
                </a:solidFill>
                <a:latin typeface="Libre Franklin"/>
                <a:ea typeface="Libre Franklin"/>
                <a:cs typeface="Libre Franklin"/>
                <a:sym typeface="Libre Franklin"/>
              </a:rPr>
              <a:t>Thank You</a:t>
            </a:r>
            <a:endParaRPr b="1" sz="72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8"/>
          <p:cNvSpPr/>
          <p:nvPr/>
        </p:nvSpPr>
        <p:spPr>
          <a:xfrm>
            <a:off x="191344" y="188640"/>
            <a:ext cx="11809200" cy="6480600"/>
          </a:xfrm>
          <a:prstGeom prst="rect">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304" name="Google Shape;304;p38"/>
          <p:cNvSpPr txBox="1"/>
          <p:nvPr/>
        </p:nvSpPr>
        <p:spPr>
          <a:xfrm>
            <a:off x="239700" y="251000"/>
            <a:ext cx="11712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u="sng">
                <a:solidFill>
                  <a:srgbClr val="C00000"/>
                </a:solidFill>
                <a:latin typeface="Libre Franklin Medium"/>
                <a:ea typeface="Libre Franklin Medium"/>
                <a:cs typeface="Libre Franklin Medium"/>
                <a:sym typeface="Libre Franklin Medium"/>
              </a:rPr>
              <a:t>Proposed Solution (6-Stage Map Switching):</a:t>
            </a:r>
            <a:endParaRPr sz="3600"/>
          </a:p>
        </p:txBody>
      </p:sp>
      <p:sp>
        <p:nvSpPr>
          <p:cNvPr id="305" name="Google Shape;305;p38"/>
          <p:cNvSpPr txBox="1"/>
          <p:nvPr/>
        </p:nvSpPr>
        <p:spPr>
          <a:xfrm>
            <a:off x="605850" y="1374400"/>
            <a:ext cx="11051400" cy="38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1 → Kill old map_server   (free the /map topic)</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2 → Launch new map_server (publish new /map)</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3 → Wait for /map         (synchronize — don't proceed with a stale map)</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4 → Clear costmaps (1st)  (force static layer to reload from new /map)</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5 → Auto-localize         (tell AMCL where the robot is in the new map)</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rPr lang="en-IN" sz="2400">
                <a:solidFill>
                  <a:srgbClr val="3F3F3F"/>
                </a:solidFill>
                <a:latin typeface="Libre Franklin Medium"/>
                <a:ea typeface="Libre Franklin Medium"/>
                <a:cs typeface="Libre Franklin Medium"/>
                <a:sym typeface="Libre Franklin Medium"/>
              </a:rPr>
              <a:t>Stage 6 → Clear costmaps (2nd)  (rebuild costmaps around the correct pose)</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Clr>
                <a:schemeClr val="dk1"/>
              </a:buClr>
              <a:buSzPts val="1100"/>
              <a:buFont typeface="Arial"/>
              <a:buNone/>
            </a:pPr>
            <a:r>
              <a:t/>
            </a:r>
            <a:endParaRPr sz="2400">
              <a:solidFill>
                <a:srgbClr val="3F3F3F"/>
              </a:solidFill>
              <a:latin typeface="Libre Franklin Medium"/>
              <a:ea typeface="Libre Franklin Medium"/>
              <a:cs typeface="Libre Franklin Medium"/>
              <a:sym typeface="Libre Franklin Medium"/>
            </a:endParaRPr>
          </a:p>
          <a:p>
            <a:pPr indent="0" lvl="0" marL="0" rtl="0" algn="l">
              <a:spcBef>
                <a:spcPts val="0"/>
              </a:spcBef>
              <a:spcAft>
                <a:spcPts val="0"/>
              </a:spcAft>
              <a:buNone/>
            </a:pPr>
            <a:r>
              <a:rPr lang="en-IN" sz="2400">
                <a:solidFill>
                  <a:srgbClr val="3F3F3F"/>
                </a:solidFill>
                <a:latin typeface="Libre Franklin Medium"/>
                <a:ea typeface="Libre Franklin Medium"/>
                <a:cs typeface="Libre Franklin Medium"/>
                <a:sym typeface="Libre Franklin Medium"/>
              </a:rPr>
              <a:t>(i) Kill old map_server + Launch new map_server + wait for /map + clear costmap of 1st map + auto_localize and set initial pose</a:t>
            </a:r>
            <a:endParaRPr sz="2400">
              <a:solidFill>
                <a:srgbClr val="3F3F3F"/>
              </a:solidFill>
              <a:latin typeface="Libre Franklin Medium"/>
              <a:ea typeface="Libre Franklin Medium"/>
              <a:cs typeface="Libre Franklin Medium"/>
              <a:sym typeface="Libre Franklin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MedicalHealth">
      <a:dk1>
        <a:srgbClr val="000000"/>
      </a:dk1>
      <a:lt1>
        <a:srgbClr val="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ical Design 16x9">
  <a:themeElements>
    <a:clrScheme name="MedicalHealth">
      <a:dk1>
        <a:srgbClr val="000000"/>
      </a:dk1>
      <a:lt1>
        <a:srgbClr val="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